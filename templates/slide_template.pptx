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
  </p:notesMasterIdLst>
  <p:sldIdLst>
    <p:sldId id="21423" r:id="rId2"/>
  </p:sldIdLst>
  <p:sldSz cx="12192000" cy="6858000"/>
  <p:notesSz cx="6807200" cy="9939338"/>
  <p:defaultTextStyle>
    <a:defPPr>
      <a:defRPr lang="ru-RU"/>
    </a:defPPr>
    <a:lvl1pPr marL="0" algn="l" defTabSz="804320" rtl="0" eaLnBrk="1" latinLnBrk="0" hangingPunct="1">
      <a:defRPr sz="1584" kern="1200">
        <a:solidFill>
          <a:schemeClr val="tx1"/>
        </a:solidFill>
        <a:latin typeface="+mn-lt"/>
        <a:ea typeface="+mn-ea"/>
        <a:cs typeface="+mn-cs"/>
      </a:defRPr>
    </a:lvl1pPr>
    <a:lvl2pPr marL="402160" algn="l" defTabSz="804320" rtl="0" eaLnBrk="1" latinLnBrk="0" hangingPunct="1">
      <a:defRPr sz="1584" kern="1200">
        <a:solidFill>
          <a:schemeClr val="tx1"/>
        </a:solidFill>
        <a:latin typeface="+mn-lt"/>
        <a:ea typeface="+mn-ea"/>
        <a:cs typeface="+mn-cs"/>
      </a:defRPr>
    </a:lvl2pPr>
    <a:lvl3pPr marL="804320" algn="l" defTabSz="804320" rtl="0" eaLnBrk="1" latinLnBrk="0" hangingPunct="1">
      <a:defRPr sz="1584" kern="1200">
        <a:solidFill>
          <a:schemeClr val="tx1"/>
        </a:solidFill>
        <a:latin typeface="+mn-lt"/>
        <a:ea typeface="+mn-ea"/>
        <a:cs typeface="+mn-cs"/>
      </a:defRPr>
    </a:lvl3pPr>
    <a:lvl4pPr marL="1206480" algn="l" defTabSz="804320" rtl="0" eaLnBrk="1" latinLnBrk="0" hangingPunct="1">
      <a:defRPr sz="1584" kern="1200">
        <a:solidFill>
          <a:schemeClr val="tx1"/>
        </a:solidFill>
        <a:latin typeface="+mn-lt"/>
        <a:ea typeface="+mn-ea"/>
        <a:cs typeface="+mn-cs"/>
      </a:defRPr>
    </a:lvl4pPr>
    <a:lvl5pPr marL="1608641" algn="l" defTabSz="804320" rtl="0" eaLnBrk="1" latinLnBrk="0" hangingPunct="1">
      <a:defRPr sz="1584" kern="1200">
        <a:solidFill>
          <a:schemeClr val="tx1"/>
        </a:solidFill>
        <a:latin typeface="+mn-lt"/>
        <a:ea typeface="+mn-ea"/>
        <a:cs typeface="+mn-cs"/>
      </a:defRPr>
    </a:lvl5pPr>
    <a:lvl6pPr marL="2010801" algn="l" defTabSz="804320" rtl="0" eaLnBrk="1" latinLnBrk="0" hangingPunct="1">
      <a:defRPr sz="1584" kern="1200">
        <a:solidFill>
          <a:schemeClr val="tx1"/>
        </a:solidFill>
        <a:latin typeface="+mn-lt"/>
        <a:ea typeface="+mn-ea"/>
        <a:cs typeface="+mn-cs"/>
      </a:defRPr>
    </a:lvl6pPr>
    <a:lvl7pPr marL="2412960" algn="l" defTabSz="804320" rtl="0" eaLnBrk="1" latinLnBrk="0" hangingPunct="1">
      <a:defRPr sz="1584" kern="1200">
        <a:solidFill>
          <a:schemeClr val="tx1"/>
        </a:solidFill>
        <a:latin typeface="+mn-lt"/>
        <a:ea typeface="+mn-ea"/>
        <a:cs typeface="+mn-cs"/>
      </a:defRPr>
    </a:lvl7pPr>
    <a:lvl8pPr marL="2815122" algn="l" defTabSz="804320" rtl="0" eaLnBrk="1" latinLnBrk="0" hangingPunct="1">
      <a:defRPr sz="1584" kern="1200">
        <a:solidFill>
          <a:schemeClr val="tx1"/>
        </a:solidFill>
        <a:latin typeface="+mn-lt"/>
        <a:ea typeface="+mn-ea"/>
        <a:cs typeface="+mn-cs"/>
      </a:defRPr>
    </a:lvl8pPr>
    <a:lvl9pPr marL="3217282" algn="l" defTabSz="804320" rtl="0" eaLnBrk="1" latinLnBrk="0" hangingPunct="1">
      <a:defRPr sz="15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6" userDrawn="1">
          <p15:clr>
            <a:srgbClr val="A4A3A4"/>
          </p15:clr>
        </p15:guide>
        <p15:guide id="2" orient="horz" pos="51" userDrawn="1">
          <p15:clr>
            <a:srgbClr val="A4A3A4"/>
          </p15:clr>
        </p15:guide>
        <p15:guide id="3" pos="3817" userDrawn="1">
          <p15:clr>
            <a:srgbClr val="A4A3A4"/>
          </p15:clr>
        </p15:guide>
        <p15:guide id="4" orient="horz" pos="3952" userDrawn="1">
          <p15:clr>
            <a:srgbClr val="A4A3A4"/>
          </p15:clr>
        </p15:guide>
        <p15:guide id="5" orient="horz" pos="4110" userDrawn="1">
          <p15:clr>
            <a:srgbClr val="A4A3A4"/>
          </p15:clr>
        </p15:guide>
        <p15:guide id="6" pos="75" userDrawn="1">
          <p15:clr>
            <a:srgbClr val="A4A3A4"/>
          </p15:clr>
        </p15:guide>
        <p15:guide id="7" pos="234" userDrawn="1">
          <p15:clr>
            <a:srgbClr val="A4A3A4"/>
          </p15:clr>
        </p15:guide>
        <p15:guide id="8" orient="horz" pos="550" userDrawn="1">
          <p15:clr>
            <a:srgbClr val="A4A3A4"/>
          </p15:clr>
        </p15:guide>
        <p15:guide id="10" pos="7423" userDrawn="1">
          <p15:clr>
            <a:srgbClr val="A4A3A4"/>
          </p15:clr>
        </p15:guide>
        <p15:guide id="11" pos="4089" userDrawn="1">
          <p15:clr>
            <a:srgbClr val="A4A3A4"/>
          </p15:clr>
        </p15:guide>
        <p15:guide id="12" orient="horz" pos="2273" userDrawn="1">
          <p15:clr>
            <a:srgbClr val="A4A3A4"/>
          </p15:clr>
        </p15:guide>
        <p15:guide id="13" orient="horz" pos="2205" userDrawn="1">
          <p15:clr>
            <a:srgbClr val="A4A3A4"/>
          </p15:clr>
        </p15:guide>
        <p15:guide id="14" pos="7355" userDrawn="1">
          <p15:clr>
            <a:srgbClr val="A4A3A4"/>
          </p15:clr>
        </p15:guide>
        <p15:guide id="15" orient="horz" pos="482" userDrawn="1">
          <p15:clr>
            <a:srgbClr val="A4A3A4"/>
          </p15:clr>
        </p15:guide>
        <p15:guide id="16" orient="horz" pos="3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a:srgbClr val="FBE5D6"/>
    <a:srgbClr val="C5E0B4"/>
    <a:srgbClr val="FFFFFF"/>
    <a:srgbClr val="FF7C80"/>
    <a:srgbClr val="E6E6E6"/>
    <a:srgbClr val="C00000"/>
    <a:srgbClr val="2BA5D0"/>
    <a:srgbClr val="304655"/>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31" autoAdjust="0"/>
    <p:restoredTop sz="91750" autoAdjust="0"/>
  </p:normalViewPr>
  <p:slideViewPr>
    <p:cSldViewPr snapToGrid="0">
      <p:cViewPr varScale="1">
        <p:scale>
          <a:sx n="110" d="100"/>
          <a:sy n="110" d="100"/>
        </p:scale>
        <p:origin x="1000" y="184"/>
      </p:cViewPr>
      <p:guideLst>
        <p:guide orient="horz" pos="1616"/>
        <p:guide orient="horz" pos="51"/>
        <p:guide pos="3817"/>
        <p:guide orient="horz" pos="3952"/>
        <p:guide orient="horz" pos="4110"/>
        <p:guide pos="75"/>
        <p:guide pos="234"/>
        <p:guide orient="horz" pos="550"/>
        <p:guide pos="7423"/>
        <p:guide pos="4089"/>
        <p:guide orient="horz" pos="2273"/>
        <p:guide orient="horz" pos="2205"/>
        <p:guide pos="7355"/>
        <p:guide orient="horz" pos="482"/>
        <p:guide orient="horz" pos="32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56038" y="0"/>
            <a:ext cx="2949575" cy="498475"/>
          </a:xfrm>
          <a:prstGeom prst="rect">
            <a:avLst/>
          </a:prstGeom>
        </p:spPr>
        <p:txBody>
          <a:bodyPr vert="horz" lIns="91440" tIns="45720" rIns="91440" bIns="45720" rtlCol="0"/>
          <a:lstStyle>
            <a:lvl1pPr algn="r">
              <a:defRPr sz="1200"/>
            </a:lvl1pPr>
          </a:lstStyle>
          <a:p>
            <a:fld id="{C3F50CBD-067C-8D49-95C2-FEDAC8DBCCD5}" type="datetimeFigureOut">
              <a:rPr lang="en-US" smtClean="0"/>
              <a:t>3/18/26</a:t>
            </a:fld>
            <a:endParaRPr lang="en-US"/>
          </a:p>
        </p:txBody>
      </p:sp>
      <p:sp>
        <p:nvSpPr>
          <p:cNvPr id="4" name="Espace réservé de l'image des diapositives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1038" y="4783138"/>
            <a:ext cx="5445125" cy="391318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56038" y="9440863"/>
            <a:ext cx="2949575" cy="498475"/>
          </a:xfrm>
          <a:prstGeom prst="rect">
            <a:avLst/>
          </a:prstGeom>
        </p:spPr>
        <p:txBody>
          <a:bodyPr vert="horz" lIns="91440" tIns="45720" rIns="91440" bIns="45720" rtlCol="0" anchor="b"/>
          <a:lstStyle>
            <a:lvl1pPr algn="r">
              <a:defRPr sz="1200"/>
            </a:lvl1pPr>
          </a:lstStyle>
          <a:p>
            <a:fld id="{22EB779E-D45B-0B45-9E41-7E5E9EC05D97}" type="slidenum">
              <a:rPr lang="en-US" smtClean="0"/>
              <a:t>‹#›</a:t>
            </a:fld>
            <a:endParaRPr lang="en-US"/>
          </a:p>
        </p:txBody>
      </p:sp>
    </p:spTree>
    <p:extLst>
      <p:ext uri="{BB962C8B-B14F-4D97-AF65-F5344CB8AC3E}">
        <p14:creationId xmlns:p14="http://schemas.microsoft.com/office/powerpoint/2010/main" val="1970470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4_Disposition personnalisée">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90BCE6E-F114-2041-8DB9-3271B4C4E5C8}"/>
              </a:ext>
            </a:extLst>
          </p:cNvPr>
          <p:cNvSpPr txBox="1"/>
          <p:nvPr/>
        </p:nvSpPr>
        <p:spPr>
          <a:xfrm>
            <a:off x="-2855531" y="-1542197"/>
            <a:ext cx="0" cy="0"/>
          </a:xfrm>
          <a:prstGeom prst="rect">
            <a:avLst/>
          </a:prstGeom>
        </p:spPr>
        <p:txBody>
          <a:bodyPr wrap="none" lIns="0" tIns="0" rIns="0" bIns="0" rtlCol="0" anchor="ctr" anchorCtr="0">
            <a:noAutofit/>
          </a:bodyPr>
          <a:lstStyle/>
          <a:p>
            <a:pPr algn="l"/>
            <a:endParaRPr lang="fr-FR" sz="1400" b="1" dirty="0">
              <a:solidFill>
                <a:schemeClr val="tx1">
                  <a:lumMod val="75000"/>
                  <a:lumOff val="25000"/>
                  <a:alpha val="80000"/>
                </a:schemeClr>
              </a:solidFill>
            </a:endParaRPr>
          </a:p>
        </p:txBody>
      </p:sp>
      <p:sp>
        <p:nvSpPr>
          <p:cNvPr id="7" name="Espace réservé du texte 5">
            <a:extLst>
              <a:ext uri="{FF2B5EF4-FFF2-40B4-BE49-F238E27FC236}">
                <a16:creationId xmlns:a16="http://schemas.microsoft.com/office/drawing/2014/main" id="{67E8A882-19F3-E947-A3CD-E8209DCD2583}"/>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a:t>
            </a:r>
          </a:p>
        </p:txBody>
      </p:sp>
      <p:sp>
        <p:nvSpPr>
          <p:cNvPr id="8" name="ZoneTexte 7">
            <a:extLst>
              <a:ext uri="{FF2B5EF4-FFF2-40B4-BE49-F238E27FC236}">
                <a16:creationId xmlns:a16="http://schemas.microsoft.com/office/drawing/2014/main" id="{C0E57537-54D1-C044-869F-26C0EE087C68}"/>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dirty="0">
                <a:solidFill>
                  <a:srgbClr val="4F7B80">
                    <a:alpha val="80000"/>
                  </a:srgbClr>
                </a:solidFill>
                <a:latin typeface="Montserrat" panose="02000505000000020004" pitchFamily="2" charset="77"/>
              </a:rPr>
              <a:t>STRICTLY</a:t>
            </a:r>
          </a:p>
          <a:p>
            <a:pPr algn="r"/>
            <a:r>
              <a:rPr lang="fr-FR" sz="800" b="0" spc="300" dirty="0">
                <a:solidFill>
                  <a:srgbClr val="4F7B80">
                    <a:alpha val="80000"/>
                  </a:srgbClr>
                </a:solidFill>
                <a:latin typeface="Montserrat" panose="02000505000000020004" pitchFamily="2" charset="77"/>
              </a:rPr>
              <a:t>CONFIDENTIAL</a:t>
            </a:r>
          </a:p>
        </p:txBody>
      </p:sp>
      <p:sp>
        <p:nvSpPr>
          <p:cNvPr id="10" name="ZoneTexte 9">
            <a:extLst>
              <a:ext uri="{FF2B5EF4-FFF2-40B4-BE49-F238E27FC236}">
                <a16:creationId xmlns:a16="http://schemas.microsoft.com/office/drawing/2014/main" id="{3097EFA2-8355-BD45-BC05-624FBDB2228E}"/>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dirty="0">
              <a:solidFill>
                <a:schemeClr val="tx1">
                  <a:lumMod val="75000"/>
                  <a:lumOff val="25000"/>
                  <a:alpha val="80000"/>
                </a:schemeClr>
              </a:solidFill>
              <a:latin typeface="Montserrat" panose="02000505000000020004" pitchFamily="2" charset="77"/>
            </a:endParaRPr>
          </a:p>
        </p:txBody>
      </p:sp>
      <p:sp>
        <p:nvSpPr>
          <p:cNvPr id="6" name="Espace réservé du texte 22">
            <a:extLst>
              <a:ext uri="{FF2B5EF4-FFF2-40B4-BE49-F238E27FC236}">
                <a16:creationId xmlns:a16="http://schemas.microsoft.com/office/drawing/2014/main" id="{F8B6C53A-280A-6746-BC3D-69994A142C05}"/>
              </a:ext>
            </a:extLst>
          </p:cNvPr>
          <p:cNvSpPr>
            <a:spLocks noGrp="1"/>
          </p:cNvSpPr>
          <p:nvPr>
            <p:ph type="body" sz="quarter" idx="23" hasCustomPrompt="1"/>
          </p:nvPr>
        </p:nvSpPr>
        <p:spPr>
          <a:xfrm>
            <a:off x="560996" y="6449466"/>
            <a:ext cx="3199887" cy="29500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793" b="0" i="0" baseline="0" smtClean="0">
                <a:solidFill>
                  <a:schemeClr val="tx1">
                    <a:lumMod val="50000"/>
                    <a:lumOff val="50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Source :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Shikohin</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Analysis</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9" name="ZoneTexte 8">
            <a:extLst>
              <a:ext uri="{FF2B5EF4-FFF2-40B4-BE49-F238E27FC236}">
                <a16:creationId xmlns:a16="http://schemas.microsoft.com/office/drawing/2014/main" id="{312CE7D6-AE3B-CF4B-BFA7-A3E3C75F05A2}"/>
              </a:ext>
            </a:extLst>
          </p:cNvPr>
          <p:cNvSpPr txBox="1"/>
          <p:nvPr/>
        </p:nvSpPr>
        <p:spPr>
          <a:xfrm>
            <a:off x="4112731" y="6403769"/>
            <a:ext cx="3966538" cy="408534"/>
          </a:xfrm>
          <a:prstGeom prst="rect">
            <a:avLst/>
          </a:prstGeom>
        </p:spPr>
        <p:txBody>
          <a:bodyPr wrap="square" lIns="0" tIns="0" rIns="0" bIns="0" rtlCol="0" anchor="ctr" anchorCtr="0">
            <a:noAutofit/>
          </a:bodyPr>
          <a:lstStyle/>
          <a:p>
            <a:pPr marL="0" marR="0" lvl="0" indent="0" algn="ctr" defTabSz="804320" rtl="0" eaLnBrk="1" fontAlgn="auto" latinLnBrk="0" hangingPunct="1">
              <a:lnSpc>
                <a:spcPct val="100000"/>
              </a:lnSpc>
              <a:spcBef>
                <a:spcPts val="0"/>
              </a:spcBef>
              <a:spcAft>
                <a:spcPts val="0"/>
              </a:spcAft>
              <a:buClrTx/>
              <a:buSzTx/>
              <a:buFontTx/>
              <a:buNone/>
              <a:tabLst/>
              <a:defRPr/>
            </a:pPr>
            <a:r>
              <a:rPr kumimoji="0" lang="en-US" sz="810" b="0" i="0" u="none" strike="noStrike" kern="1200" cap="none" spc="0" normalizeH="0" baseline="0" noProof="0" dirty="0">
                <a:ln>
                  <a:noFill/>
                </a:ln>
                <a:solidFill>
                  <a:schemeClr val="bg1">
                    <a:lumMod val="65000"/>
                  </a:schemeClr>
                </a:solidFill>
                <a:effectLst/>
                <a:uLnTx/>
                <a:uFillTx/>
                <a:latin typeface="Brown" pitchFamily="2" charset="77"/>
                <a:ea typeface="+mn-ea"/>
                <a:cs typeface="+mn-cs"/>
              </a:rPr>
              <a:t>Copyright© 2021 Shikohin, Inc. All rights reserved.</a:t>
            </a:r>
            <a:endParaRPr kumimoji="0" lang="en-US" sz="810" b="1" i="0" u="none" strike="noStrike" kern="1200" cap="none" spc="0" normalizeH="0" baseline="0" noProof="0" dirty="0">
              <a:ln>
                <a:noFill/>
              </a:ln>
              <a:solidFill>
                <a:schemeClr val="bg1">
                  <a:lumMod val="65000"/>
                </a:schemeClr>
              </a:solidFill>
              <a:effectLst/>
              <a:uLnTx/>
              <a:uFillTx/>
              <a:latin typeface="Brown" pitchFamily="2" charset="77"/>
              <a:ea typeface="+mn-ea"/>
              <a:cs typeface="+mn-cs"/>
            </a:endParaRPr>
          </a:p>
          <a:p>
            <a:pPr algn="ctr"/>
            <a:endParaRPr lang="en-US" sz="810" b="1" baseline="0" noProof="0" dirty="0">
              <a:solidFill>
                <a:schemeClr val="bg1">
                  <a:lumMod val="65000"/>
                </a:schemeClr>
              </a:solidFill>
              <a:latin typeface="Brown" pitchFamily="2" charset="77"/>
            </a:endParaRPr>
          </a:p>
        </p:txBody>
      </p:sp>
    </p:spTree>
    <p:extLst>
      <p:ext uri="{BB962C8B-B14F-4D97-AF65-F5344CB8AC3E}">
        <p14:creationId xmlns:p14="http://schemas.microsoft.com/office/powerpoint/2010/main" val="23370548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isposition personnalisé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0FA9FB-A6BA-AD43-B17A-3E6D7C1DCDD4}"/>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dirty="0"/>
          </a:p>
        </p:txBody>
      </p:sp>
      <p:sp>
        <p:nvSpPr>
          <p:cNvPr id="6" name="Espace réservé du texte 5">
            <a:extLst>
              <a:ext uri="{FF2B5EF4-FFF2-40B4-BE49-F238E27FC236}">
                <a16:creationId xmlns:a16="http://schemas.microsoft.com/office/drawing/2014/main" id="{4287D38D-5798-F546-AAAE-D178455CEE7B}"/>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a:t>
            </a:r>
          </a:p>
        </p:txBody>
      </p:sp>
      <p:sp>
        <p:nvSpPr>
          <p:cNvPr id="2" name="ZoneTexte 1">
            <a:extLst>
              <a:ext uri="{FF2B5EF4-FFF2-40B4-BE49-F238E27FC236}">
                <a16:creationId xmlns:a16="http://schemas.microsoft.com/office/drawing/2014/main" id="{9E438AA4-7DC6-424C-B339-C11671851E37}"/>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dirty="0">
                <a:solidFill>
                  <a:srgbClr val="4F7B80">
                    <a:alpha val="80000"/>
                  </a:srgbClr>
                </a:solidFill>
                <a:latin typeface="Montserrat" panose="02000505000000020004" pitchFamily="2" charset="77"/>
              </a:rPr>
              <a:t>STRICTLY</a:t>
            </a:r>
          </a:p>
          <a:p>
            <a:pPr algn="r"/>
            <a:r>
              <a:rPr lang="fr-FR" sz="800" b="0" spc="300" dirty="0">
                <a:solidFill>
                  <a:srgbClr val="4F7B80">
                    <a:alpha val="80000"/>
                  </a:srgbClr>
                </a:solidFill>
                <a:latin typeface="Montserrat" panose="02000505000000020004" pitchFamily="2" charset="77"/>
              </a:rPr>
              <a:t>CONFIDENTIAL</a:t>
            </a:r>
          </a:p>
        </p:txBody>
      </p:sp>
      <p:sp>
        <p:nvSpPr>
          <p:cNvPr id="10" name="ZoneTexte 9">
            <a:extLst>
              <a:ext uri="{FF2B5EF4-FFF2-40B4-BE49-F238E27FC236}">
                <a16:creationId xmlns:a16="http://schemas.microsoft.com/office/drawing/2014/main" id="{8077BFF4-3638-E443-A5EB-D7810F51FED1}"/>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dirty="0">
              <a:solidFill>
                <a:schemeClr val="tx1">
                  <a:lumMod val="75000"/>
                  <a:lumOff val="25000"/>
                  <a:alpha val="80000"/>
                </a:schemeClr>
              </a:solidFill>
              <a:latin typeface="Montserrat" panose="02000505000000020004" pitchFamily="2" charset="77"/>
            </a:endParaRPr>
          </a:p>
        </p:txBody>
      </p:sp>
      <p:sp>
        <p:nvSpPr>
          <p:cNvPr id="8" name="Espace réservé du texte 22">
            <a:extLst>
              <a:ext uri="{FF2B5EF4-FFF2-40B4-BE49-F238E27FC236}">
                <a16:creationId xmlns:a16="http://schemas.microsoft.com/office/drawing/2014/main" id="{93398529-F411-7341-9172-76CFF0F5B668}"/>
              </a:ext>
            </a:extLst>
          </p:cNvPr>
          <p:cNvSpPr>
            <a:spLocks noGrp="1"/>
          </p:cNvSpPr>
          <p:nvPr>
            <p:ph type="body" sz="quarter" idx="23" hasCustomPrompt="1"/>
          </p:nvPr>
        </p:nvSpPr>
        <p:spPr>
          <a:xfrm>
            <a:off x="560996" y="6449466"/>
            <a:ext cx="3199887" cy="29500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800" b="0" i="0" baseline="0" smtClean="0">
                <a:solidFill>
                  <a:schemeClr val="tx1">
                    <a:lumMod val="50000"/>
                    <a:lumOff val="50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Source :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Shikohin</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Analysis</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4" name="ZoneTexte 3">
            <a:extLst>
              <a:ext uri="{FF2B5EF4-FFF2-40B4-BE49-F238E27FC236}">
                <a16:creationId xmlns:a16="http://schemas.microsoft.com/office/drawing/2014/main" id="{1894EDFD-4D89-6946-AB42-99A4BA929E32}"/>
              </a:ext>
            </a:extLst>
          </p:cNvPr>
          <p:cNvSpPr txBox="1"/>
          <p:nvPr/>
        </p:nvSpPr>
        <p:spPr>
          <a:xfrm>
            <a:off x="4914789" y="6528122"/>
            <a:ext cx="0" cy="0"/>
          </a:xfrm>
          <a:prstGeom prst="rect">
            <a:avLst/>
          </a:prstGeom>
        </p:spPr>
        <p:txBody>
          <a:bodyPr wrap="none" lIns="0" tIns="0" rIns="0" bIns="0" rtlCol="0" anchor="ctr" anchorCtr="0">
            <a:noAutofit/>
          </a:bodyPr>
          <a:lstStyle/>
          <a:p>
            <a:pPr marL="0" marR="0" indent="0" algn="l" defTabSz="804320" rtl="0" eaLnBrk="1" fontAlgn="auto" latinLnBrk="0" hangingPunct="1">
              <a:lnSpc>
                <a:spcPct val="100000"/>
              </a:lnSpc>
              <a:spcBef>
                <a:spcPts val="0"/>
              </a:spcBef>
              <a:spcAft>
                <a:spcPts val="0"/>
              </a:spcAft>
              <a:buClrTx/>
              <a:buSzTx/>
              <a:buFontTx/>
              <a:buNone/>
              <a:tabLst/>
              <a:defRPr/>
            </a:pPr>
            <a:endParaRPr lang="fr-FR" sz="800" b="1" dirty="0">
              <a:solidFill>
                <a:schemeClr val="tx1">
                  <a:lumMod val="75000"/>
                  <a:lumOff val="25000"/>
                  <a:alpha val="80000"/>
                </a:schemeClr>
              </a:solidFill>
              <a:latin typeface="Brown" pitchFamily="2" charset="77"/>
            </a:endParaRPr>
          </a:p>
        </p:txBody>
      </p:sp>
      <p:sp>
        <p:nvSpPr>
          <p:cNvPr id="5" name="ZoneTexte 4">
            <a:extLst>
              <a:ext uri="{FF2B5EF4-FFF2-40B4-BE49-F238E27FC236}">
                <a16:creationId xmlns:a16="http://schemas.microsoft.com/office/drawing/2014/main" id="{0A67ECF1-D872-764E-A916-4A4ABCC6977D}"/>
              </a:ext>
            </a:extLst>
          </p:cNvPr>
          <p:cNvSpPr txBox="1"/>
          <p:nvPr/>
        </p:nvSpPr>
        <p:spPr>
          <a:xfrm>
            <a:off x="3443942" y="5238893"/>
            <a:ext cx="1607735" cy="563766"/>
          </a:xfrm>
          <a:prstGeom prst="rect">
            <a:avLst/>
          </a:prstGeom>
        </p:spPr>
        <p:txBody>
          <a:bodyPr wrap="square" lIns="0" tIns="0" rIns="0" bIns="0" rtlCol="0" anchor="ctr" anchorCtr="0">
            <a:noAutofit/>
          </a:bodyPr>
          <a:lstStyle/>
          <a:p>
            <a:pPr algn="l"/>
            <a:endParaRPr lang="fr-FR" sz="1400" b="1" dirty="0">
              <a:solidFill>
                <a:schemeClr val="tx1">
                  <a:lumMod val="75000"/>
                  <a:lumOff val="25000"/>
                  <a:alpha val="80000"/>
                </a:schemeClr>
              </a:solidFill>
            </a:endParaRPr>
          </a:p>
        </p:txBody>
      </p:sp>
      <p:sp>
        <p:nvSpPr>
          <p:cNvPr id="11" name="ZoneTexte 10">
            <a:extLst>
              <a:ext uri="{FF2B5EF4-FFF2-40B4-BE49-F238E27FC236}">
                <a16:creationId xmlns:a16="http://schemas.microsoft.com/office/drawing/2014/main" id="{35999ACA-8A59-6344-BAB5-74813BBB1D08}"/>
              </a:ext>
            </a:extLst>
          </p:cNvPr>
          <p:cNvSpPr txBox="1"/>
          <p:nvPr/>
        </p:nvSpPr>
        <p:spPr>
          <a:xfrm>
            <a:off x="4112731" y="6429146"/>
            <a:ext cx="3966538" cy="408534"/>
          </a:xfrm>
          <a:prstGeom prst="rect">
            <a:avLst/>
          </a:prstGeom>
        </p:spPr>
        <p:txBody>
          <a:bodyPr wrap="square" lIns="0" tIns="0" rIns="0" bIns="0" rtlCol="0" anchor="ctr" anchorCtr="0">
            <a:noAutofit/>
          </a:bodyPr>
          <a:lstStyle/>
          <a:p>
            <a:pPr marL="0" marR="0" lvl="0" indent="0" algn="ctr" defTabSz="804320" rtl="0" eaLnBrk="1" fontAlgn="auto" latinLnBrk="0" hangingPunct="1">
              <a:lnSpc>
                <a:spcPct val="100000"/>
              </a:lnSpc>
              <a:spcBef>
                <a:spcPts val="0"/>
              </a:spcBef>
              <a:spcAft>
                <a:spcPts val="0"/>
              </a:spcAft>
              <a:buClrTx/>
              <a:buSzTx/>
              <a:buFontTx/>
              <a:buNone/>
              <a:tabLst/>
              <a:defRPr/>
            </a:pPr>
            <a:r>
              <a:rPr kumimoji="0" lang="fr-FR" sz="810" b="0" i="0" u="none" strike="noStrike" kern="1200" cap="none" spc="0" normalizeH="0" baseline="0" noProof="0" dirty="0">
                <a:ln>
                  <a:noFill/>
                </a:ln>
                <a:solidFill>
                  <a:schemeClr val="bg1">
                    <a:lumMod val="65000"/>
                  </a:schemeClr>
                </a:solidFill>
                <a:effectLst/>
                <a:uLnTx/>
                <a:uFillTx/>
                <a:latin typeface="Brown" pitchFamily="2" charset="77"/>
                <a:ea typeface="+mn-ea"/>
                <a:cs typeface="+mn-cs"/>
              </a:rPr>
              <a:t>Copyright© 2021 Shikohin, Inc. All </a:t>
            </a:r>
            <a:r>
              <a:rPr kumimoji="0" lang="fr-FR" sz="810" b="0" i="0" u="none" strike="noStrike" kern="1200" cap="none" spc="0" normalizeH="0" baseline="0" noProof="0" dirty="0" err="1">
                <a:ln>
                  <a:noFill/>
                </a:ln>
                <a:solidFill>
                  <a:schemeClr val="bg1">
                    <a:lumMod val="65000"/>
                  </a:schemeClr>
                </a:solidFill>
                <a:effectLst/>
                <a:uLnTx/>
                <a:uFillTx/>
                <a:latin typeface="Brown" pitchFamily="2" charset="77"/>
                <a:ea typeface="+mn-ea"/>
                <a:cs typeface="+mn-cs"/>
              </a:rPr>
              <a:t>rights</a:t>
            </a:r>
            <a:r>
              <a:rPr kumimoji="0" lang="fr-FR" sz="810" b="0" i="0" u="none" strike="noStrike" kern="1200" cap="none" spc="0" normalizeH="0" baseline="0" noProof="0" dirty="0">
                <a:ln>
                  <a:noFill/>
                </a:ln>
                <a:solidFill>
                  <a:schemeClr val="bg1">
                    <a:lumMod val="65000"/>
                  </a:schemeClr>
                </a:solidFill>
                <a:effectLst/>
                <a:uLnTx/>
                <a:uFillTx/>
                <a:latin typeface="Brown" pitchFamily="2" charset="77"/>
                <a:ea typeface="+mn-ea"/>
                <a:cs typeface="+mn-cs"/>
              </a:rPr>
              <a:t> </a:t>
            </a:r>
            <a:r>
              <a:rPr kumimoji="0" lang="fr-FR" sz="810" b="0" i="0" u="none" strike="noStrike" kern="1200" cap="none" spc="0" normalizeH="0" baseline="0" noProof="0" dirty="0" err="1">
                <a:ln>
                  <a:noFill/>
                </a:ln>
                <a:solidFill>
                  <a:schemeClr val="bg1">
                    <a:lumMod val="65000"/>
                  </a:schemeClr>
                </a:solidFill>
                <a:effectLst/>
                <a:uLnTx/>
                <a:uFillTx/>
                <a:latin typeface="Brown" pitchFamily="2" charset="77"/>
                <a:ea typeface="+mn-ea"/>
                <a:cs typeface="+mn-cs"/>
              </a:rPr>
              <a:t>reserved</a:t>
            </a:r>
            <a:r>
              <a:rPr kumimoji="0" lang="fr-FR" sz="810" b="0" i="0" u="none" strike="noStrike" kern="1200" cap="none" spc="0" normalizeH="0" baseline="0" noProof="0" dirty="0">
                <a:ln>
                  <a:noFill/>
                </a:ln>
                <a:solidFill>
                  <a:schemeClr val="bg1">
                    <a:lumMod val="65000"/>
                  </a:schemeClr>
                </a:solidFill>
                <a:effectLst/>
                <a:uLnTx/>
                <a:uFillTx/>
                <a:latin typeface="Brown" pitchFamily="2" charset="77"/>
                <a:ea typeface="+mn-ea"/>
                <a:cs typeface="+mn-cs"/>
              </a:rPr>
              <a:t>.</a:t>
            </a:r>
            <a:endParaRPr kumimoji="0" lang="fr-FR" sz="810" b="1" i="0" u="none" strike="noStrike" kern="1200" cap="none" spc="0" normalizeH="0" baseline="0" noProof="0" dirty="0">
              <a:ln>
                <a:noFill/>
              </a:ln>
              <a:solidFill>
                <a:schemeClr val="bg1">
                  <a:lumMod val="65000"/>
                </a:schemeClr>
              </a:solidFill>
              <a:effectLst/>
              <a:uLnTx/>
              <a:uFillTx/>
              <a:latin typeface="Brown" pitchFamily="2" charset="77"/>
              <a:ea typeface="+mn-ea"/>
              <a:cs typeface="+mn-cs"/>
            </a:endParaRPr>
          </a:p>
          <a:p>
            <a:pPr algn="ctr"/>
            <a:endParaRPr lang="fr-FR" sz="810" b="1" baseline="0" dirty="0">
              <a:solidFill>
                <a:schemeClr val="bg1">
                  <a:lumMod val="65000"/>
                </a:schemeClr>
              </a:solidFill>
              <a:latin typeface="Brown" pitchFamily="2" charset="77"/>
            </a:endParaRPr>
          </a:p>
        </p:txBody>
      </p:sp>
    </p:spTree>
    <p:extLst>
      <p:ext uri="{BB962C8B-B14F-4D97-AF65-F5344CB8AC3E}">
        <p14:creationId xmlns:p14="http://schemas.microsoft.com/office/powerpoint/2010/main" val="102490237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4_Disposition personnalisée">
    <p:spTree>
      <p:nvGrpSpPr>
        <p:cNvPr id="1" name=""/>
        <p:cNvGrpSpPr/>
        <p:nvPr/>
      </p:nvGrpSpPr>
      <p:grpSpPr>
        <a:xfrm>
          <a:off x="0" y="0"/>
          <a:ext cx="0" cy="0"/>
          <a:chOff x="0" y="0"/>
          <a:chExt cx="0" cy="0"/>
        </a:xfrm>
      </p:grpSpPr>
      <p:sp>
        <p:nvSpPr>
          <p:cNvPr id="9" name="Текст 7">
            <a:extLst>
              <a:ext uri="{FF2B5EF4-FFF2-40B4-BE49-F238E27FC236}">
                <a16:creationId xmlns:a16="http://schemas.microsoft.com/office/drawing/2014/main" id="{E34CFA33-CABA-754F-867D-69BFF1280EBA}"/>
              </a:ext>
            </a:extLst>
          </p:cNvPr>
          <p:cNvSpPr txBox="1">
            <a:spLocks/>
          </p:cNvSpPr>
          <p:nvPr/>
        </p:nvSpPr>
        <p:spPr>
          <a:xfrm>
            <a:off x="609600" y="75072"/>
            <a:ext cx="3689534" cy="468996"/>
          </a:xfrm>
          <a:prstGeom prst="rect">
            <a:avLst/>
          </a:prstGeom>
        </p:spPr>
        <p:txBody>
          <a:bodyPr lIns="0" tIns="0" rIns="0" bIns="0" anchor="ctr" anchorCtr="0">
            <a:noAutofit/>
          </a:bodyPr>
          <a:lstStyle>
            <a:lvl1pPr marL="0" marR="0" indent="0" algn="l" defTabSz="906876" rtl="0" eaLnBrk="1" fontAlgn="auto" latinLnBrk="0" hangingPunct="1">
              <a:lnSpc>
                <a:spcPct val="100000"/>
              </a:lnSpc>
              <a:spcBef>
                <a:spcPts val="496"/>
              </a:spcBef>
              <a:spcAft>
                <a:spcPts val="0"/>
              </a:spcAft>
              <a:buClrTx/>
              <a:buSzPct val="100000"/>
              <a:buFontTx/>
              <a:buNone/>
              <a:tabLst/>
              <a:defRPr sz="800" b="0" kern="1200" spc="300" baseline="0">
                <a:solidFill>
                  <a:schemeClr val="tx1">
                    <a:alpha val="80000"/>
                  </a:schemeClr>
                </a:solidFill>
                <a:latin typeface="+mj-lt"/>
                <a:ea typeface="+mn-ea"/>
                <a:cs typeface="+mn-cs"/>
              </a:defRPr>
            </a:lvl1pPr>
            <a:lvl2pPr marL="0" indent="0" algn="ctr" defTabSz="447247" rtl="0" eaLnBrk="1" latinLnBrk="0" hangingPunct="1">
              <a:lnSpc>
                <a:spcPct val="100000"/>
              </a:lnSpc>
              <a:spcBef>
                <a:spcPts val="496"/>
              </a:spcBef>
              <a:buSzPct val="100000"/>
              <a:buFontTx/>
              <a:buNone/>
              <a:defRPr sz="2800" b="1" kern="1200" baseline="0">
                <a:solidFill>
                  <a:schemeClr val="tx1"/>
                </a:solidFill>
                <a:latin typeface="+mj-lt"/>
                <a:ea typeface="Open Sans" panose="020B0606030504020204" pitchFamily="34" charset="0"/>
                <a:cs typeface="Open Sans" panose="020B0606030504020204" pitchFamily="34" charset="0"/>
              </a:defRPr>
            </a:lvl2pPr>
            <a:lvl3pPr marL="0" indent="0" algn="ctr" defTabSz="447247" rtl="0" eaLnBrk="1" latinLnBrk="0" hangingPunct="1">
              <a:lnSpc>
                <a:spcPct val="150000"/>
              </a:lnSpc>
              <a:spcBef>
                <a:spcPts val="496"/>
              </a:spcBef>
              <a:buSzPct val="100000"/>
              <a:buFontTx/>
              <a:buNone/>
              <a:defRPr sz="1003" kern="1200" baseline="0">
                <a:solidFill>
                  <a:schemeClr val="tx1">
                    <a:lumMod val="95000"/>
                    <a:lumOff val="5000"/>
                  </a:schemeClr>
                </a:solidFill>
                <a:latin typeface="+mn-lt"/>
                <a:ea typeface="+mn-ea"/>
                <a:cs typeface="+mn-cs"/>
              </a:defRPr>
            </a:lvl3pPr>
            <a:lvl4pPr marL="0" indent="0" algn="ctr" defTabSz="906876" rtl="0" eaLnBrk="1" latinLnBrk="0" hangingPunct="1">
              <a:lnSpc>
                <a:spcPct val="150000"/>
              </a:lnSpc>
              <a:spcBef>
                <a:spcPts val="496"/>
              </a:spcBef>
              <a:buSzPct val="100000"/>
              <a:buFontTx/>
              <a:buNone/>
              <a:defRPr sz="1800" b="1" kern="1200">
                <a:solidFill>
                  <a:schemeClr val="tx1"/>
                </a:solidFill>
                <a:latin typeface="+mj-lt"/>
                <a:ea typeface="Open Sans" panose="020B0606030504020204" pitchFamily="34" charset="0"/>
                <a:cs typeface="Open Sans" panose="020B0606030504020204" pitchFamily="34" charset="0"/>
              </a:defRPr>
            </a:lvl4pPr>
            <a:lvl5pPr marL="0" indent="0" algn="ctr" defTabSz="906876" rtl="0" eaLnBrk="1" latinLnBrk="0" hangingPunct="1">
              <a:lnSpc>
                <a:spcPct val="100000"/>
              </a:lnSpc>
              <a:spcBef>
                <a:spcPts val="496"/>
              </a:spcBef>
              <a:buSzPct val="100000"/>
              <a:buFontTx/>
              <a:buNone/>
              <a:defRPr sz="1200" b="1" kern="1200" baseline="0">
                <a:solidFill>
                  <a:schemeClr val="tx1"/>
                </a:solidFill>
                <a:latin typeface="+mj-lt"/>
                <a:ea typeface="Open Sans" panose="020B0606030504020204" pitchFamily="34" charset="0"/>
                <a:cs typeface="Open Sans" panose="020B0606030504020204" pitchFamily="34" charset="0"/>
              </a:defRPr>
            </a:lvl5pPr>
            <a:lvl6pPr marL="0" indent="0" algn="l" defTabSz="906876" rtl="0" eaLnBrk="1" latinLnBrk="0" hangingPunct="1">
              <a:lnSpc>
                <a:spcPct val="100000"/>
              </a:lnSpc>
              <a:spcBef>
                <a:spcPts val="496"/>
              </a:spcBef>
              <a:buFontTx/>
              <a:buNone/>
              <a:defRPr sz="900" b="0" kern="1200">
                <a:solidFill>
                  <a:schemeClr val="tx1">
                    <a:alpha val="70000"/>
                  </a:schemeClr>
                </a:solidFill>
                <a:latin typeface="+mn-lt"/>
                <a:ea typeface="+mn-ea"/>
                <a:cs typeface="+mn-cs"/>
              </a:defRPr>
            </a:lvl6pPr>
            <a:lvl7pPr marL="0" indent="0" algn="l" defTabSz="906876" rtl="0" eaLnBrk="1" latinLnBrk="0" hangingPunct="1">
              <a:lnSpc>
                <a:spcPct val="100000"/>
              </a:lnSpc>
              <a:spcBef>
                <a:spcPts val="496"/>
              </a:spcBef>
              <a:buFontTx/>
              <a:buNone/>
              <a:defRPr sz="800" b="0" kern="1200" baseline="0">
                <a:solidFill>
                  <a:schemeClr val="tx1">
                    <a:alpha val="50000"/>
                  </a:schemeClr>
                </a:solidFill>
                <a:latin typeface="+mn-lt"/>
                <a:ea typeface="+mn-ea"/>
                <a:cs typeface="+mn-cs"/>
              </a:defRPr>
            </a:lvl7pPr>
            <a:lvl8pPr marL="0" marR="0" indent="0" algn="l" defTabSz="906876" rtl="0" eaLnBrk="1" fontAlgn="auto" latinLnBrk="0" hangingPunct="1">
              <a:lnSpc>
                <a:spcPct val="90000"/>
              </a:lnSpc>
              <a:spcBef>
                <a:spcPts val="496"/>
              </a:spcBef>
              <a:spcAft>
                <a:spcPts val="0"/>
              </a:spcAft>
              <a:buClrTx/>
              <a:buSzTx/>
              <a:buFontTx/>
              <a:buNone/>
              <a:tabLst/>
              <a:defRPr sz="802" b="1" kern="1200">
                <a:solidFill>
                  <a:schemeClr val="tx1">
                    <a:lumMod val="75000"/>
                    <a:lumOff val="25000"/>
                  </a:schemeClr>
                </a:solidFill>
                <a:latin typeface="+mn-lt"/>
                <a:ea typeface="+mn-ea"/>
                <a:cs typeface="+mn-cs"/>
              </a:defRPr>
            </a:lvl8pPr>
            <a:lvl9pPr marL="179058" indent="0" algn="l" defTabSz="906876" rtl="0" eaLnBrk="1" latinLnBrk="0" hangingPunct="1">
              <a:lnSpc>
                <a:spcPct val="90000"/>
              </a:lnSpc>
              <a:spcBef>
                <a:spcPts val="496"/>
              </a:spcBef>
              <a:buFont typeface="Arial" panose="020B0604020202020204" pitchFamily="34" charset="0"/>
              <a:buNone/>
              <a:defRPr sz="1785" kern="1200">
                <a:solidFill>
                  <a:schemeClr val="tx1"/>
                </a:solidFill>
                <a:latin typeface="+mn-lt"/>
                <a:ea typeface="+mn-ea"/>
                <a:cs typeface="+mn-cs"/>
              </a:defRPr>
            </a:lvl9pPr>
          </a:lstStyle>
          <a:p>
            <a:endParaRPr lang="en-US" sz="758" b="1">
              <a:solidFill>
                <a:schemeClr val="tx1">
                  <a:lumMod val="75000"/>
                  <a:lumOff val="25000"/>
                </a:schemeClr>
              </a:solidFill>
            </a:endParaRPr>
          </a:p>
        </p:txBody>
      </p:sp>
      <p:sp>
        <p:nvSpPr>
          <p:cNvPr id="13" name="Rectangle 12">
            <a:extLst>
              <a:ext uri="{FF2B5EF4-FFF2-40B4-BE49-F238E27FC236}">
                <a16:creationId xmlns:a16="http://schemas.microsoft.com/office/drawing/2014/main" id="{B42031D6-F300-8147-BDFE-84642A428496}"/>
              </a:ext>
            </a:extLst>
          </p:cNvPr>
          <p:cNvSpPr/>
          <p:nvPr/>
        </p:nvSpPr>
        <p:spPr bwMode="auto">
          <a:xfrm>
            <a:off x="609600" y="609902"/>
            <a:ext cx="10991850" cy="5638192"/>
          </a:xfrm>
          <a:prstGeom prst="rect">
            <a:avLst/>
          </a:prstGeom>
          <a:solidFill>
            <a:srgbClr val="729AA1"/>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8" name="Espace réservé du texte 17">
            <a:extLst>
              <a:ext uri="{FF2B5EF4-FFF2-40B4-BE49-F238E27FC236}">
                <a16:creationId xmlns:a16="http://schemas.microsoft.com/office/drawing/2014/main" id="{A7B50109-1AE1-254D-AB6A-D83F7EBA91EA}"/>
              </a:ext>
            </a:extLst>
          </p:cNvPr>
          <p:cNvSpPr>
            <a:spLocks noGrp="1"/>
          </p:cNvSpPr>
          <p:nvPr>
            <p:ph type="body" sz="quarter" idx="12" hasCustomPrompt="1"/>
          </p:nvPr>
        </p:nvSpPr>
        <p:spPr>
          <a:xfrm>
            <a:off x="2456784" y="2004172"/>
            <a:ext cx="7598833" cy="2849652"/>
          </a:xfrm>
          <a:prstGeom prst="rect">
            <a:avLst/>
          </a:prstGeom>
        </p:spPr>
        <p:txBody>
          <a:bodyPr/>
          <a:lstStyle>
            <a:lvl1pPr marL="0" marR="0" indent="0" algn="l" defTabSz="742755" rtl="0" eaLnBrk="1" fontAlgn="auto" latinLnBrk="0" hangingPunct="1">
              <a:lnSpc>
                <a:spcPct val="100000"/>
              </a:lnSpc>
              <a:spcBef>
                <a:spcPts val="325"/>
              </a:spcBef>
              <a:spcAft>
                <a:spcPts val="0"/>
              </a:spcAft>
              <a:buClrTx/>
              <a:buSzTx/>
              <a:buFontTx/>
              <a:buNone/>
              <a:tabLst/>
              <a:defRPr sz="4604" b="1" i="0" baseline="0">
                <a:solidFill>
                  <a:schemeClr val="bg1"/>
                </a:solidFill>
                <a:latin typeface="Brown" pitchFamily="2" charset="77"/>
              </a:defRPr>
            </a:lvl1pPr>
          </a:lstStyle>
          <a:p>
            <a:pPr marL="0" marR="0" lvl="0" indent="0" algn="l" defTabSz="742755" rtl="0" eaLnBrk="1" fontAlgn="auto" latinLnBrk="0" hangingPunct="1">
              <a:lnSpc>
                <a:spcPct val="100000"/>
              </a:lnSpc>
              <a:spcBef>
                <a:spcPts val="325"/>
              </a:spcBef>
              <a:spcAft>
                <a:spcPts val="0"/>
              </a:spcAft>
              <a:buClrTx/>
              <a:buSzTx/>
              <a:buFontTx/>
              <a:buNone/>
              <a:tabLst/>
              <a:defRPr/>
            </a:pPr>
            <a:r>
              <a:rPr kumimoji="0" lang="fr-FR" sz="4604" b="1" i="0" u="none" strike="noStrike" kern="1200" cap="none" spc="0" normalizeH="0" baseline="0" noProof="0" dirty="0">
                <a:ln>
                  <a:noFill/>
                </a:ln>
                <a:solidFill>
                  <a:srgbClr val="FFFFFF"/>
                </a:solidFill>
                <a:effectLst/>
                <a:uLnTx/>
                <a:uFillTx/>
                <a:latin typeface="Brown" pitchFamily="2" charset="77"/>
                <a:ea typeface="+mn-ea"/>
                <a:cs typeface="+mn-cs"/>
              </a:rPr>
              <a:t>Part 1 </a:t>
            </a:r>
            <a:r>
              <a:rPr kumimoji="0" lang="fr-FR" sz="4604" b="1" i="0" u="none" strike="noStrike" kern="1200" cap="none" spc="0" normalizeH="0" baseline="0" noProof="0" dirty="0" err="1">
                <a:ln>
                  <a:noFill/>
                </a:ln>
                <a:solidFill>
                  <a:srgbClr val="FFFFFF"/>
                </a:solidFill>
                <a:effectLst/>
                <a:uLnTx/>
                <a:uFillTx/>
                <a:latin typeface="Brown" pitchFamily="2" charset="77"/>
                <a:ea typeface="+mn-ea"/>
                <a:cs typeface="+mn-cs"/>
              </a:rPr>
              <a:t>Title</a:t>
            </a:r>
            <a:endParaRPr kumimoji="0" lang="fr-FR" sz="4604" b="1" i="0" u="none" strike="noStrike" kern="1200" cap="none" spc="0" normalizeH="0" baseline="0" noProof="0" dirty="0">
              <a:ln>
                <a:noFill/>
              </a:ln>
              <a:solidFill>
                <a:srgbClr val="FFFFFF"/>
              </a:solidFill>
              <a:effectLst/>
              <a:uLnTx/>
              <a:uFillTx/>
              <a:latin typeface="Brown" pitchFamily="2" charset="77"/>
              <a:ea typeface="+mn-ea"/>
              <a:cs typeface="+mn-cs"/>
            </a:endParaRPr>
          </a:p>
          <a:p>
            <a:pPr marL="0" marR="0" lvl="0" indent="0" algn="l" defTabSz="742755" rtl="0" eaLnBrk="1" fontAlgn="auto" latinLnBrk="0" hangingPunct="1">
              <a:lnSpc>
                <a:spcPct val="100000"/>
              </a:lnSpc>
              <a:spcBef>
                <a:spcPts val="325"/>
              </a:spcBef>
              <a:spcAft>
                <a:spcPts val="0"/>
              </a:spcAft>
              <a:buClrTx/>
              <a:buSzTx/>
              <a:buFontTx/>
              <a:buNone/>
              <a:tabLst/>
              <a:defRPr/>
            </a:pPr>
            <a:r>
              <a:rPr kumimoji="0" lang="fr-FR" sz="4604" b="1" i="0" u="none" strike="noStrike" kern="1200" cap="none" spc="0" normalizeH="0" baseline="0" noProof="0" dirty="0">
                <a:ln>
                  <a:noFill/>
                </a:ln>
                <a:solidFill>
                  <a:srgbClr val="9DBBBF"/>
                </a:solidFill>
                <a:effectLst/>
                <a:uLnTx/>
                <a:uFillTx/>
                <a:latin typeface="Brown" pitchFamily="2" charset="77"/>
                <a:ea typeface="+mn-ea"/>
                <a:cs typeface="+mn-cs"/>
              </a:rPr>
              <a:t>Part 2 </a:t>
            </a:r>
            <a:r>
              <a:rPr kumimoji="0" lang="fr-FR" sz="4604" b="1" i="0" u="none" strike="noStrike" kern="1200" cap="none" spc="0" normalizeH="0" baseline="0" noProof="0" dirty="0" err="1">
                <a:ln>
                  <a:noFill/>
                </a:ln>
                <a:solidFill>
                  <a:srgbClr val="9DBBBF"/>
                </a:solidFill>
                <a:effectLst/>
                <a:uLnTx/>
                <a:uFillTx/>
                <a:latin typeface="Brown" pitchFamily="2" charset="77"/>
                <a:ea typeface="+mn-ea"/>
                <a:cs typeface="+mn-cs"/>
              </a:rPr>
              <a:t>Title</a:t>
            </a:r>
            <a:endParaRPr kumimoji="0" lang="fr-FR" sz="4604" b="1" i="0" u="none" strike="noStrike" kern="1200" cap="none" spc="0" normalizeH="0" baseline="0" noProof="0" dirty="0">
              <a:ln>
                <a:noFill/>
              </a:ln>
              <a:solidFill>
                <a:srgbClr val="9DBBBF"/>
              </a:solidFill>
              <a:effectLst/>
              <a:uLnTx/>
              <a:uFillTx/>
              <a:latin typeface="Brown" pitchFamily="2" charset="77"/>
              <a:ea typeface="+mn-ea"/>
              <a:cs typeface="+mn-cs"/>
            </a:endParaRPr>
          </a:p>
          <a:p>
            <a:pPr marL="0" marR="0" lvl="0" indent="0" algn="l" defTabSz="742755" rtl="0" eaLnBrk="1" fontAlgn="auto" latinLnBrk="0" hangingPunct="1">
              <a:lnSpc>
                <a:spcPct val="100000"/>
              </a:lnSpc>
              <a:spcBef>
                <a:spcPts val="325"/>
              </a:spcBef>
              <a:spcAft>
                <a:spcPts val="0"/>
              </a:spcAft>
              <a:buClrTx/>
              <a:buSzTx/>
              <a:buFontTx/>
              <a:buNone/>
              <a:tabLst/>
              <a:defRPr/>
            </a:pPr>
            <a:r>
              <a:rPr kumimoji="0" lang="fr-FR" sz="4604" b="1" i="0" u="none" strike="noStrike" kern="1200" cap="none" spc="0" normalizeH="0" baseline="0" noProof="0" dirty="0">
                <a:ln>
                  <a:noFill/>
                </a:ln>
                <a:solidFill>
                  <a:srgbClr val="9DBBBF"/>
                </a:solidFill>
                <a:effectLst/>
                <a:uLnTx/>
                <a:uFillTx/>
                <a:latin typeface="Brown" pitchFamily="2" charset="77"/>
                <a:ea typeface="+mn-ea"/>
                <a:cs typeface="+mn-cs"/>
              </a:rPr>
              <a:t>Part 3 </a:t>
            </a:r>
            <a:r>
              <a:rPr kumimoji="0" lang="fr-FR" sz="4604" b="1" i="0" u="none" strike="noStrike" kern="1200" cap="none" spc="0" normalizeH="0" baseline="0" noProof="0" dirty="0" err="1">
                <a:ln>
                  <a:noFill/>
                </a:ln>
                <a:solidFill>
                  <a:srgbClr val="9DBBBF"/>
                </a:solidFill>
                <a:effectLst/>
                <a:uLnTx/>
                <a:uFillTx/>
                <a:latin typeface="Brown" pitchFamily="2" charset="77"/>
                <a:ea typeface="+mn-ea"/>
                <a:cs typeface="+mn-cs"/>
              </a:rPr>
              <a:t>Title</a:t>
            </a:r>
            <a:endParaRPr kumimoji="0" lang="fr-FR" sz="4604" b="1" i="0" u="none" strike="noStrike" kern="1200" cap="none" spc="0" normalizeH="0" baseline="0" noProof="0" dirty="0">
              <a:ln>
                <a:noFill/>
              </a:ln>
              <a:solidFill>
                <a:srgbClr val="9DBBBF"/>
              </a:solidFill>
              <a:effectLst/>
              <a:uLnTx/>
              <a:uFillTx/>
              <a:latin typeface="Brown" pitchFamily="2" charset="77"/>
              <a:ea typeface="+mn-ea"/>
              <a:cs typeface="+mn-cs"/>
            </a:endParaRPr>
          </a:p>
        </p:txBody>
      </p:sp>
      <p:sp>
        <p:nvSpPr>
          <p:cNvPr id="6" name="Espace réservé du texte 5">
            <a:extLst>
              <a:ext uri="{FF2B5EF4-FFF2-40B4-BE49-F238E27FC236}">
                <a16:creationId xmlns:a16="http://schemas.microsoft.com/office/drawing/2014/main" id="{2A7C7750-5553-0C47-8A12-77A81DD8F176}"/>
              </a:ext>
            </a:extLst>
          </p:cNvPr>
          <p:cNvSpPr>
            <a:spLocks noGrp="1"/>
          </p:cNvSpPr>
          <p:nvPr>
            <p:ph type="body" sz="quarter" idx="13"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MENU SLIDE COMPOSITION </a:t>
            </a:r>
          </a:p>
        </p:txBody>
      </p:sp>
      <p:sp>
        <p:nvSpPr>
          <p:cNvPr id="7" name="ZoneTexte 6">
            <a:extLst>
              <a:ext uri="{FF2B5EF4-FFF2-40B4-BE49-F238E27FC236}">
                <a16:creationId xmlns:a16="http://schemas.microsoft.com/office/drawing/2014/main" id="{8C12389E-0E3A-B447-88A5-06B3FE094C34}"/>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dirty="0">
                <a:solidFill>
                  <a:srgbClr val="4F7B80">
                    <a:alpha val="80000"/>
                  </a:srgbClr>
                </a:solidFill>
                <a:latin typeface="Montserrat" panose="02000505000000020004" pitchFamily="2" charset="77"/>
              </a:rPr>
              <a:t>STRICTLY</a:t>
            </a:r>
          </a:p>
          <a:p>
            <a:pPr algn="r"/>
            <a:r>
              <a:rPr lang="fr-FR" sz="800" b="0" spc="300" dirty="0">
                <a:solidFill>
                  <a:srgbClr val="4F7B80">
                    <a:alpha val="80000"/>
                  </a:srgbClr>
                </a:solidFill>
                <a:latin typeface="Montserrat" panose="02000505000000020004" pitchFamily="2" charset="77"/>
              </a:rPr>
              <a:t>CONFIDENTIAL</a:t>
            </a:r>
          </a:p>
        </p:txBody>
      </p:sp>
      <p:sp>
        <p:nvSpPr>
          <p:cNvPr id="10" name="ZoneTexte 9">
            <a:extLst>
              <a:ext uri="{FF2B5EF4-FFF2-40B4-BE49-F238E27FC236}">
                <a16:creationId xmlns:a16="http://schemas.microsoft.com/office/drawing/2014/main" id="{601FF302-81F8-1F4B-AB22-6F0E6C6D9F8B}"/>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
        <p:nvSpPr>
          <p:cNvPr id="8" name="Espace réservé du texte 22">
            <a:extLst>
              <a:ext uri="{FF2B5EF4-FFF2-40B4-BE49-F238E27FC236}">
                <a16:creationId xmlns:a16="http://schemas.microsoft.com/office/drawing/2014/main" id="{797DD30F-1249-2449-90F9-3502409A6773}"/>
              </a:ext>
            </a:extLst>
          </p:cNvPr>
          <p:cNvSpPr>
            <a:spLocks noGrp="1"/>
          </p:cNvSpPr>
          <p:nvPr>
            <p:ph type="body" sz="quarter" idx="23" hasCustomPrompt="1"/>
          </p:nvPr>
        </p:nvSpPr>
        <p:spPr>
          <a:xfrm>
            <a:off x="560996" y="6449466"/>
            <a:ext cx="3199887" cy="29500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800" b="0" i="0" baseline="0" smtClean="0">
                <a:solidFill>
                  <a:schemeClr val="tx1">
                    <a:lumMod val="50000"/>
                    <a:lumOff val="50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US" sz="1083" b="0" i="0" u="none" strike="noStrike" kern="1200" cap="none" spc="0" normalizeH="0" baseline="0" noProof="0">
                <a:ln>
                  <a:noFill/>
                </a:ln>
                <a:solidFill>
                  <a:srgbClr val="000000">
                    <a:lumMod val="75000"/>
                    <a:lumOff val="25000"/>
                  </a:srgbClr>
                </a:solidFill>
                <a:effectLst/>
                <a:uLnTx/>
                <a:uFillTx/>
                <a:latin typeface="Brown" pitchFamily="2" charset="77"/>
                <a:ea typeface="+mn-ea"/>
                <a:cs typeface="+mn-cs"/>
              </a:rPr>
              <a:t>Source : Shikohin Analysis</a:t>
            </a:r>
            <a:endParaRPr kumimoji="0" lang="en-US" sz="1083" b="0" i="0" u="none" strike="noStrike" kern="1200" cap="none" spc="0" normalizeH="0" baseline="0" noProof="0">
              <a:ln>
                <a:noFill/>
              </a:ln>
              <a:solidFill>
                <a:srgbClr val="000000">
                  <a:lumMod val="75000"/>
                  <a:lumOff val="25000"/>
                </a:srgbClr>
              </a:solidFill>
              <a:effectLst/>
              <a:uLnTx/>
              <a:uFillTx/>
              <a:latin typeface="+mn-lt"/>
              <a:ea typeface="+mn-ea"/>
              <a:cs typeface="+mn-cs"/>
            </a:endParaRPr>
          </a:p>
        </p:txBody>
      </p:sp>
      <p:sp>
        <p:nvSpPr>
          <p:cNvPr id="11" name="ZoneTexte 10">
            <a:extLst>
              <a:ext uri="{FF2B5EF4-FFF2-40B4-BE49-F238E27FC236}">
                <a16:creationId xmlns:a16="http://schemas.microsoft.com/office/drawing/2014/main" id="{04B6F7B3-9CD4-DC49-A0CC-E2C9E6347C3C}"/>
              </a:ext>
            </a:extLst>
          </p:cNvPr>
          <p:cNvSpPr txBox="1"/>
          <p:nvPr/>
        </p:nvSpPr>
        <p:spPr>
          <a:xfrm>
            <a:off x="4112731" y="6403769"/>
            <a:ext cx="3966538" cy="408534"/>
          </a:xfrm>
          <a:prstGeom prst="rect">
            <a:avLst/>
          </a:prstGeom>
        </p:spPr>
        <p:txBody>
          <a:bodyPr wrap="square" lIns="0" tIns="0" rIns="0" bIns="0" rtlCol="0" anchor="ctr" anchorCtr="0">
            <a:noAutofit/>
          </a:bodyPr>
          <a:lstStyle/>
          <a:p>
            <a:pPr marL="0" marR="0" lvl="0" indent="0" algn="ctr" defTabSz="804320" rtl="0" eaLnBrk="1" fontAlgn="auto" latinLnBrk="0" hangingPunct="1">
              <a:lnSpc>
                <a:spcPct val="100000"/>
              </a:lnSpc>
              <a:spcBef>
                <a:spcPts val="0"/>
              </a:spcBef>
              <a:spcAft>
                <a:spcPts val="0"/>
              </a:spcAft>
              <a:buClrTx/>
              <a:buSzTx/>
              <a:buFontTx/>
              <a:buNone/>
              <a:tabLst/>
              <a:defRPr/>
            </a:pPr>
            <a:r>
              <a:rPr kumimoji="0" lang="en-US" sz="810" b="0" i="0" u="none" strike="noStrike" kern="1200" cap="none" spc="0" normalizeH="0" baseline="0" noProof="0" dirty="0">
                <a:ln>
                  <a:noFill/>
                </a:ln>
                <a:solidFill>
                  <a:schemeClr val="bg1">
                    <a:lumMod val="65000"/>
                  </a:schemeClr>
                </a:solidFill>
                <a:effectLst/>
                <a:uLnTx/>
                <a:uFillTx/>
                <a:latin typeface="Brown" pitchFamily="2" charset="77"/>
                <a:ea typeface="+mn-ea"/>
                <a:cs typeface="+mn-cs"/>
              </a:rPr>
              <a:t>Copyright© 2021 Shikohin, Inc. All rights reserved.</a:t>
            </a:r>
            <a:endParaRPr kumimoji="0" lang="en-US" sz="810" b="1" i="0" u="none" strike="noStrike" kern="1200" cap="none" spc="0" normalizeH="0" baseline="0" noProof="0" dirty="0">
              <a:ln>
                <a:noFill/>
              </a:ln>
              <a:solidFill>
                <a:schemeClr val="bg1">
                  <a:lumMod val="65000"/>
                </a:schemeClr>
              </a:solidFill>
              <a:effectLst/>
              <a:uLnTx/>
              <a:uFillTx/>
              <a:latin typeface="Brown" pitchFamily="2" charset="77"/>
              <a:ea typeface="+mn-ea"/>
              <a:cs typeface="+mn-cs"/>
            </a:endParaRPr>
          </a:p>
          <a:p>
            <a:pPr algn="ctr"/>
            <a:endParaRPr lang="en-US" sz="810" b="1" baseline="0" noProof="0" dirty="0">
              <a:solidFill>
                <a:schemeClr val="bg1">
                  <a:lumMod val="65000"/>
                </a:schemeClr>
              </a:solidFill>
              <a:latin typeface="Brown" pitchFamily="2" charset="77"/>
            </a:endParaRPr>
          </a:p>
        </p:txBody>
      </p:sp>
    </p:spTree>
    <p:extLst>
      <p:ext uri="{BB962C8B-B14F-4D97-AF65-F5344CB8AC3E}">
        <p14:creationId xmlns:p14="http://schemas.microsoft.com/office/powerpoint/2010/main" val="331042948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Disposition personnalisé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14EA1AD-D8CB-6340-9D44-5B64DAD53D32}"/>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8" name="Espace réservé pour une image  17">
            <a:extLst>
              <a:ext uri="{FF2B5EF4-FFF2-40B4-BE49-F238E27FC236}">
                <a16:creationId xmlns:a16="http://schemas.microsoft.com/office/drawing/2014/main" id="{FC33C637-B84B-6A46-BB46-1569EB9AB8AC}"/>
              </a:ext>
            </a:extLst>
          </p:cNvPr>
          <p:cNvSpPr>
            <a:spLocks noGrp="1"/>
          </p:cNvSpPr>
          <p:nvPr>
            <p:ph type="pic" sz="quarter" idx="10"/>
          </p:nvPr>
        </p:nvSpPr>
        <p:spPr>
          <a:xfrm>
            <a:off x="609600" y="631233"/>
            <a:ext cx="10991850" cy="2282473"/>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1" name="Espace réservé du texte 20">
            <a:extLst>
              <a:ext uri="{FF2B5EF4-FFF2-40B4-BE49-F238E27FC236}">
                <a16:creationId xmlns:a16="http://schemas.microsoft.com/office/drawing/2014/main" id="{FB8DA433-69CC-D247-B1EC-4DE1C6E867A0}"/>
              </a:ext>
            </a:extLst>
          </p:cNvPr>
          <p:cNvSpPr>
            <a:spLocks noGrp="1"/>
          </p:cNvSpPr>
          <p:nvPr>
            <p:ph type="body" sz="quarter" idx="12" hasCustomPrompt="1"/>
          </p:nvPr>
        </p:nvSpPr>
        <p:spPr>
          <a:xfrm>
            <a:off x="1896388" y="4346830"/>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1</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3" name="Espace réservé du texte 22">
            <a:extLst>
              <a:ext uri="{FF2B5EF4-FFF2-40B4-BE49-F238E27FC236}">
                <a16:creationId xmlns:a16="http://schemas.microsoft.com/office/drawing/2014/main" id="{DDB4E752-F179-2B42-A66A-39BDADD5F008}"/>
              </a:ext>
            </a:extLst>
          </p:cNvPr>
          <p:cNvSpPr>
            <a:spLocks noGrp="1"/>
          </p:cNvSpPr>
          <p:nvPr>
            <p:ph type="body" sz="quarter" idx="13" hasCustomPrompt="1"/>
          </p:nvPr>
        </p:nvSpPr>
        <p:spPr>
          <a:xfrm>
            <a:off x="1896535" y="4977630"/>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0" name="Espace réservé du texte 20">
            <a:extLst>
              <a:ext uri="{FF2B5EF4-FFF2-40B4-BE49-F238E27FC236}">
                <a16:creationId xmlns:a16="http://schemas.microsoft.com/office/drawing/2014/main" id="{EE72D457-19C0-6B48-BB00-C0C6BB140173}"/>
              </a:ext>
            </a:extLst>
          </p:cNvPr>
          <p:cNvSpPr>
            <a:spLocks noGrp="1"/>
          </p:cNvSpPr>
          <p:nvPr>
            <p:ph type="body" sz="quarter" idx="20" hasCustomPrompt="1"/>
          </p:nvPr>
        </p:nvSpPr>
        <p:spPr>
          <a:xfrm>
            <a:off x="4391076" y="3385974"/>
            <a:ext cx="3338676" cy="644892"/>
          </a:xfrm>
          <a:prstGeom prst="rect">
            <a:avLst/>
          </a:prstGeom>
        </p:spPr>
        <p:txBody>
          <a:bodyPr/>
          <a:lstStyle>
            <a:lvl1pPr marL="0" marR="0" indent="0" algn="ctr"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Main Title</a:t>
            </a:r>
          </a:p>
        </p:txBody>
      </p:sp>
      <p:sp>
        <p:nvSpPr>
          <p:cNvPr id="31" name="Espace réservé du texte 20">
            <a:extLst>
              <a:ext uri="{FF2B5EF4-FFF2-40B4-BE49-F238E27FC236}">
                <a16:creationId xmlns:a16="http://schemas.microsoft.com/office/drawing/2014/main" id="{A697D815-2678-E04F-910B-AD39C1DFD2DA}"/>
              </a:ext>
            </a:extLst>
          </p:cNvPr>
          <p:cNvSpPr>
            <a:spLocks noGrp="1"/>
          </p:cNvSpPr>
          <p:nvPr>
            <p:ph type="body" sz="quarter" idx="21" hasCustomPrompt="1"/>
          </p:nvPr>
        </p:nvSpPr>
        <p:spPr>
          <a:xfrm>
            <a:off x="4391076" y="3059960"/>
            <a:ext cx="3338676" cy="295635"/>
          </a:xfrm>
          <a:prstGeom prst="rect">
            <a:avLst/>
          </a:prstGeom>
        </p:spPr>
        <p:txBody>
          <a:bodyPr/>
          <a:lstStyle>
            <a:lvl1pPr marL="0" marR="0" indent="0" algn="ctr" defTabSz="742755" rtl="0" eaLnBrk="1" fontAlgn="auto" latinLnBrk="0" hangingPunct="1">
              <a:lnSpc>
                <a:spcPct val="100000"/>
              </a:lnSpc>
              <a:spcBef>
                <a:spcPts val="325"/>
              </a:spcBef>
              <a:spcAft>
                <a:spcPts val="0"/>
              </a:spcAft>
              <a:buClrTx/>
              <a:buSzTx/>
              <a:buFontTx/>
              <a:buNone/>
              <a:tabLst/>
              <a:defRPr sz="1246" spc="33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325"/>
              </a:spcBef>
              <a:spcAft>
                <a:spcPts val="0"/>
              </a:spcAft>
              <a:buClrTx/>
              <a:buSzTx/>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16" name="Espace réservé du texte 20">
            <a:extLst>
              <a:ext uri="{FF2B5EF4-FFF2-40B4-BE49-F238E27FC236}">
                <a16:creationId xmlns:a16="http://schemas.microsoft.com/office/drawing/2014/main" id="{BEC32C8C-CB48-AE40-83DE-A48B960A8C32}"/>
              </a:ext>
            </a:extLst>
          </p:cNvPr>
          <p:cNvSpPr>
            <a:spLocks noGrp="1"/>
          </p:cNvSpPr>
          <p:nvPr>
            <p:ph type="body" sz="quarter" idx="22" hasCustomPrompt="1"/>
          </p:nvPr>
        </p:nvSpPr>
        <p:spPr>
          <a:xfrm>
            <a:off x="4075709" y="4331592"/>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2</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17" name="Espace réservé du texte 22">
            <a:extLst>
              <a:ext uri="{FF2B5EF4-FFF2-40B4-BE49-F238E27FC236}">
                <a16:creationId xmlns:a16="http://schemas.microsoft.com/office/drawing/2014/main" id="{21DBDBA7-EFE3-3643-B198-97D33FD3F01B}"/>
              </a:ext>
            </a:extLst>
          </p:cNvPr>
          <p:cNvSpPr>
            <a:spLocks noGrp="1"/>
          </p:cNvSpPr>
          <p:nvPr>
            <p:ph type="body" sz="quarter" idx="23" hasCustomPrompt="1"/>
          </p:nvPr>
        </p:nvSpPr>
        <p:spPr>
          <a:xfrm>
            <a:off x="4075854" y="4962392"/>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19" name="Espace réservé du texte 20">
            <a:extLst>
              <a:ext uri="{FF2B5EF4-FFF2-40B4-BE49-F238E27FC236}">
                <a16:creationId xmlns:a16="http://schemas.microsoft.com/office/drawing/2014/main" id="{CF473F08-3C42-A343-9C34-FE620B47F73F}"/>
              </a:ext>
            </a:extLst>
          </p:cNvPr>
          <p:cNvSpPr>
            <a:spLocks noGrp="1"/>
          </p:cNvSpPr>
          <p:nvPr>
            <p:ph type="body" sz="quarter" idx="24" hasCustomPrompt="1"/>
          </p:nvPr>
        </p:nvSpPr>
        <p:spPr>
          <a:xfrm>
            <a:off x="6239789" y="4331592"/>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3</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0" name="Espace réservé du texte 22">
            <a:extLst>
              <a:ext uri="{FF2B5EF4-FFF2-40B4-BE49-F238E27FC236}">
                <a16:creationId xmlns:a16="http://schemas.microsoft.com/office/drawing/2014/main" id="{7811E5D1-2977-D841-B4AD-7536B71026A7}"/>
              </a:ext>
            </a:extLst>
          </p:cNvPr>
          <p:cNvSpPr>
            <a:spLocks noGrp="1"/>
          </p:cNvSpPr>
          <p:nvPr>
            <p:ph type="body" sz="quarter" idx="25" hasCustomPrompt="1"/>
          </p:nvPr>
        </p:nvSpPr>
        <p:spPr>
          <a:xfrm>
            <a:off x="6239934" y="4962392"/>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22" name="Espace réservé du texte 20">
            <a:extLst>
              <a:ext uri="{FF2B5EF4-FFF2-40B4-BE49-F238E27FC236}">
                <a16:creationId xmlns:a16="http://schemas.microsoft.com/office/drawing/2014/main" id="{8089B952-91E1-6343-B729-0CDEC1EA25B9}"/>
              </a:ext>
            </a:extLst>
          </p:cNvPr>
          <p:cNvSpPr>
            <a:spLocks noGrp="1"/>
          </p:cNvSpPr>
          <p:nvPr>
            <p:ph type="body" sz="quarter" idx="26" hasCustomPrompt="1"/>
          </p:nvPr>
        </p:nvSpPr>
        <p:spPr>
          <a:xfrm>
            <a:off x="8398122" y="4321100"/>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4</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3" name="Espace réservé du texte 22">
            <a:extLst>
              <a:ext uri="{FF2B5EF4-FFF2-40B4-BE49-F238E27FC236}">
                <a16:creationId xmlns:a16="http://schemas.microsoft.com/office/drawing/2014/main" id="{2C8A4EFA-D0C9-FF42-967B-7AD945FEA6D3}"/>
              </a:ext>
            </a:extLst>
          </p:cNvPr>
          <p:cNvSpPr>
            <a:spLocks noGrp="1"/>
          </p:cNvSpPr>
          <p:nvPr>
            <p:ph type="body" sz="quarter" idx="27" hasCustomPrompt="1"/>
          </p:nvPr>
        </p:nvSpPr>
        <p:spPr>
          <a:xfrm>
            <a:off x="8398268" y="4951900"/>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26" name="Espace réservé du texte 5">
            <a:extLst>
              <a:ext uri="{FF2B5EF4-FFF2-40B4-BE49-F238E27FC236}">
                <a16:creationId xmlns:a16="http://schemas.microsoft.com/office/drawing/2014/main" id="{D8E1FA4C-9829-064A-90D3-B52B379C0CCE}"/>
              </a:ext>
            </a:extLst>
          </p:cNvPr>
          <p:cNvSpPr>
            <a:spLocks noGrp="1"/>
          </p:cNvSpPr>
          <p:nvPr>
            <p:ph type="body" sz="quarter" idx="28"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1 </a:t>
            </a:r>
          </a:p>
        </p:txBody>
      </p:sp>
      <p:sp>
        <p:nvSpPr>
          <p:cNvPr id="28" name="ZoneTexte 27">
            <a:extLst>
              <a:ext uri="{FF2B5EF4-FFF2-40B4-BE49-F238E27FC236}">
                <a16:creationId xmlns:a16="http://schemas.microsoft.com/office/drawing/2014/main" id="{A3D1C5E1-7D2F-FE42-9AE2-B5F7F725310E}"/>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35" name="ZoneTexte 34">
            <a:extLst>
              <a:ext uri="{FF2B5EF4-FFF2-40B4-BE49-F238E27FC236}">
                <a16:creationId xmlns:a16="http://schemas.microsoft.com/office/drawing/2014/main" id="{BBF5A47D-487D-3A48-BD5F-AE050F61AB87}"/>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254083602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6_Disposition personnalisé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28DB29-D920-A541-943C-70429626C30B}"/>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22" name="Espace réservé du texte 20">
            <a:extLst>
              <a:ext uri="{FF2B5EF4-FFF2-40B4-BE49-F238E27FC236}">
                <a16:creationId xmlns:a16="http://schemas.microsoft.com/office/drawing/2014/main" id="{87E07DCF-DA3B-A546-997D-874DD73A3FEB}"/>
              </a:ext>
            </a:extLst>
          </p:cNvPr>
          <p:cNvSpPr>
            <a:spLocks noGrp="1"/>
          </p:cNvSpPr>
          <p:nvPr>
            <p:ph type="body" sz="quarter" idx="20" hasCustomPrompt="1"/>
          </p:nvPr>
        </p:nvSpPr>
        <p:spPr>
          <a:xfrm>
            <a:off x="4171948" y="1631974"/>
            <a:ext cx="3338676" cy="644892"/>
          </a:xfrm>
          <a:prstGeom prst="rect">
            <a:avLst/>
          </a:prstGeom>
        </p:spPr>
        <p:txBody>
          <a:bodyPr/>
          <a:lstStyle>
            <a:lvl1pPr marL="0" marR="0" indent="0" algn="ctr"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Catchy Main Title</a:t>
            </a:r>
          </a:p>
        </p:txBody>
      </p:sp>
      <p:sp>
        <p:nvSpPr>
          <p:cNvPr id="23" name="Espace réservé du texte 20">
            <a:extLst>
              <a:ext uri="{FF2B5EF4-FFF2-40B4-BE49-F238E27FC236}">
                <a16:creationId xmlns:a16="http://schemas.microsoft.com/office/drawing/2014/main" id="{A818C5A5-3CA9-144C-995E-44FC2BA7B633}"/>
              </a:ext>
            </a:extLst>
          </p:cNvPr>
          <p:cNvSpPr>
            <a:spLocks noGrp="1"/>
          </p:cNvSpPr>
          <p:nvPr>
            <p:ph type="body" sz="quarter" idx="21" hasCustomPrompt="1"/>
          </p:nvPr>
        </p:nvSpPr>
        <p:spPr>
          <a:xfrm>
            <a:off x="4171948" y="1305960"/>
            <a:ext cx="3338676" cy="295635"/>
          </a:xfrm>
          <a:prstGeom prst="rect">
            <a:avLst/>
          </a:prstGeom>
        </p:spPr>
        <p:txBody>
          <a:bodyPr/>
          <a:lstStyle>
            <a:lvl1pPr marL="0" marR="0" indent="0" algn="ctr" defTabSz="742755" rtl="0" eaLnBrk="1" fontAlgn="auto" latinLnBrk="0" hangingPunct="1">
              <a:lnSpc>
                <a:spcPct val="100000"/>
              </a:lnSpc>
              <a:spcBef>
                <a:spcPts val="325"/>
              </a:spcBef>
              <a:spcAft>
                <a:spcPts val="0"/>
              </a:spcAft>
              <a:buClrTx/>
              <a:buSzTx/>
              <a:buFontTx/>
              <a:buNone/>
              <a:tabLst/>
              <a:defRPr sz="1246" spc="33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325"/>
              </a:spcBef>
              <a:spcAft>
                <a:spcPts val="0"/>
              </a:spcAft>
              <a:buClrTx/>
              <a:buSzTx/>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24" name="Espace réservé du texte 20">
            <a:extLst>
              <a:ext uri="{FF2B5EF4-FFF2-40B4-BE49-F238E27FC236}">
                <a16:creationId xmlns:a16="http://schemas.microsoft.com/office/drawing/2014/main" id="{D68AEC5A-8528-B046-BB65-8853040D518D}"/>
              </a:ext>
            </a:extLst>
          </p:cNvPr>
          <p:cNvSpPr>
            <a:spLocks noGrp="1"/>
          </p:cNvSpPr>
          <p:nvPr>
            <p:ph type="body" sz="quarter" idx="12" hasCustomPrompt="1"/>
          </p:nvPr>
        </p:nvSpPr>
        <p:spPr>
          <a:xfrm>
            <a:off x="1896388" y="2777882"/>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1</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5" name="Espace réservé du texte 22">
            <a:extLst>
              <a:ext uri="{FF2B5EF4-FFF2-40B4-BE49-F238E27FC236}">
                <a16:creationId xmlns:a16="http://schemas.microsoft.com/office/drawing/2014/main" id="{C7A49855-3B4D-2F4D-923A-0EB6ED60DD66}"/>
              </a:ext>
            </a:extLst>
          </p:cNvPr>
          <p:cNvSpPr>
            <a:spLocks noGrp="1"/>
          </p:cNvSpPr>
          <p:nvPr>
            <p:ph type="body" sz="quarter" idx="13" hasCustomPrompt="1"/>
          </p:nvPr>
        </p:nvSpPr>
        <p:spPr>
          <a:xfrm>
            <a:off x="1896535" y="3408682"/>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26" name="Espace réservé du texte 20">
            <a:extLst>
              <a:ext uri="{FF2B5EF4-FFF2-40B4-BE49-F238E27FC236}">
                <a16:creationId xmlns:a16="http://schemas.microsoft.com/office/drawing/2014/main" id="{ACEDBFC0-0504-3144-9C9D-A8CDECEBAF85}"/>
              </a:ext>
            </a:extLst>
          </p:cNvPr>
          <p:cNvSpPr>
            <a:spLocks noGrp="1"/>
          </p:cNvSpPr>
          <p:nvPr>
            <p:ph type="body" sz="quarter" idx="22" hasCustomPrompt="1"/>
          </p:nvPr>
        </p:nvSpPr>
        <p:spPr>
          <a:xfrm>
            <a:off x="4075709" y="2762644"/>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2</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7" name="Espace réservé du texte 22">
            <a:extLst>
              <a:ext uri="{FF2B5EF4-FFF2-40B4-BE49-F238E27FC236}">
                <a16:creationId xmlns:a16="http://schemas.microsoft.com/office/drawing/2014/main" id="{8FB4CAD1-DE19-1742-BF82-5F66829A7AB7}"/>
              </a:ext>
            </a:extLst>
          </p:cNvPr>
          <p:cNvSpPr>
            <a:spLocks noGrp="1"/>
          </p:cNvSpPr>
          <p:nvPr>
            <p:ph type="body" sz="quarter" idx="23" hasCustomPrompt="1"/>
          </p:nvPr>
        </p:nvSpPr>
        <p:spPr>
          <a:xfrm>
            <a:off x="4075854" y="3393444"/>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28" name="Espace réservé du texte 20">
            <a:extLst>
              <a:ext uri="{FF2B5EF4-FFF2-40B4-BE49-F238E27FC236}">
                <a16:creationId xmlns:a16="http://schemas.microsoft.com/office/drawing/2014/main" id="{7DDCB3F2-0D0B-6C49-A1CA-5AC6C71DB71E}"/>
              </a:ext>
            </a:extLst>
          </p:cNvPr>
          <p:cNvSpPr>
            <a:spLocks noGrp="1"/>
          </p:cNvSpPr>
          <p:nvPr>
            <p:ph type="body" sz="quarter" idx="24" hasCustomPrompt="1"/>
          </p:nvPr>
        </p:nvSpPr>
        <p:spPr>
          <a:xfrm>
            <a:off x="6239789" y="2762644"/>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3</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9" name="Espace réservé du texte 22">
            <a:extLst>
              <a:ext uri="{FF2B5EF4-FFF2-40B4-BE49-F238E27FC236}">
                <a16:creationId xmlns:a16="http://schemas.microsoft.com/office/drawing/2014/main" id="{5D6C4BDE-62DF-1548-BD0F-E00F3DAD3CE3}"/>
              </a:ext>
            </a:extLst>
          </p:cNvPr>
          <p:cNvSpPr>
            <a:spLocks noGrp="1"/>
          </p:cNvSpPr>
          <p:nvPr>
            <p:ph type="body" sz="quarter" idx="25" hasCustomPrompt="1"/>
          </p:nvPr>
        </p:nvSpPr>
        <p:spPr>
          <a:xfrm>
            <a:off x="6239934" y="3393444"/>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0" name="Espace réservé du texte 20">
            <a:extLst>
              <a:ext uri="{FF2B5EF4-FFF2-40B4-BE49-F238E27FC236}">
                <a16:creationId xmlns:a16="http://schemas.microsoft.com/office/drawing/2014/main" id="{851076BF-C069-5D44-B9B1-568A64389266}"/>
              </a:ext>
            </a:extLst>
          </p:cNvPr>
          <p:cNvSpPr>
            <a:spLocks noGrp="1"/>
          </p:cNvSpPr>
          <p:nvPr>
            <p:ph type="body" sz="quarter" idx="26" hasCustomPrompt="1"/>
          </p:nvPr>
        </p:nvSpPr>
        <p:spPr>
          <a:xfrm>
            <a:off x="8398122" y="2752153"/>
            <a:ext cx="1998133"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4</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1" name="Espace réservé du texte 22">
            <a:extLst>
              <a:ext uri="{FF2B5EF4-FFF2-40B4-BE49-F238E27FC236}">
                <a16:creationId xmlns:a16="http://schemas.microsoft.com/office/drawing/2014/main" id="{77E38AC8-0065-EF45-B6CA-4141CDCE8DC9}"/>
              </a:ext>
            </a:extLst>
          </p:cNvPr>
          <p:cNvSpPr>
            <a:spLocks noGrp="1"/>
          </p:cNvSpPr>
          <p:nvPr>
            <p:ph type="body" sz="quarter" idx="27" hasCustomPrompt="1"/>
          </p:nvPr>
        </p:nvSpPr>
        <p:spPr>
          <a:xfrm>
            <a:off x="8398268" y="3382953"/>
            <a:ext cx="1998133"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089" b="0" i="0" baseline="0" smtClean="0">
                <a:solidFill>
                  <a:schemeClr val="tx1">
                    <a:lumMod val="65000"/>
                    <a:lumOff val="3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Excepteur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sint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occaecat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cupidatat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non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proident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sunt in culpa qui.</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17" name="Espace réservé du texte 5">
            <a:extLst>
              <a:ext uri="{FF2B5EF4-FFF2-40B4-BE49-F238E27FC236}">
                <a16:creationId xmlns:a16="http://schemas.microsoft.com/office/drawing/2014/main" id="{DEF4B065-8EB6-D24E-A66F-8626CC6CA20B}"/>
              </a:ext>
            </a:extLst>
          </p:cNvPr>
          <p:cNvSpPr>
            <a:spLocks noGrp="1"/>
          </p:cNvSpPr>
          <p:nvPr>
            <p:ph type="body" sz="quarter" idx="28"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2 </a:t>
            </a:r>
          </a:p>
        </p:txBody>
      </p:sp>
      <p:sp>
        <p:nvSpPr>
          <p:cNvPr id="18" name="ZoneTexte 17">
            <a:extLst>
              <a:ext uri="{FF2B5EF4-FFF2-40B4-BE49-F238E27FC236}">
                <a16:creationId xmlns:a16="http://schemas.microsoft.com/office/drawing/2014/main" id="{A41EEDD1-305A-E64C-947A-7E3A6E89C849}"/>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9" name="ZoneTexte 18">
            <a:extLst>
              <a:ext uri="{FF2B5EF4-FFF2-40B4-BE49-F238E27FC236}">
                <a16:creationId xmlns:a16="http://schemas.microsoft.com/office/drawing/2014/main" id="{714826DE-8257-D946-968A-6700F90169C8}"/>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436438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2_Disposition personnalisé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4EDE63C-70C5-A045-A51A-FD25307149DA}"/>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20" name="Espace réservé du texte 20">
            <a:extLst>
              <a:ext uri="{FF2B5EF4-FFF2-40B4-BE49-F238E27FC236}">
                <a16:creationId xmlns:a16="http://schemas.microsoft.com/office/drawing/2014/main" id="{33A4913F-CE8E-2F4B-9899-8D2E0AEE1F68}"/>
              </a:ext>
            </a:extLst>
          </p:cNvPr>
          <p:cNvSpPr>
            <a:spLocks noGrp="1"/>
          </p:cNvSpPr>
          <p:nvPr>
            <p:ph type="body" sz="quarter" idx="21" hasCustomPrompt="1"/>
          </p:nvPr>
        </p:nvSpPr>
        <p:spPr>
          <a:xfrm>
            <a:off x="4171948" y="1305960"/>
            <a:ext cx="3338676" cy="295635"/>
          </a:xfrm>
          <a:prstGeom prst="rect">
            <a:avLst/>
          </a:prstGeom>
        </p:spPr>
        <p:txBody>
          <a:bodyPr/>
          <a:lstStyle>
            <a:lvl1pPr marL="0" marR="0" indent="0" algn="ctr" defTabSz="742755" rtl="0" eaLnBrk="1" fontAlgn="auto" latinLnBrk="0" hangingPunct="1">
              <a:lnSpc>
                <a:spcPct val="100000"/>
              </a:lnSpc>
              <a:spcBef>
                <a:spcPts val="325"/>
              </a:spcBef>
              <a:spcAft>
                <a:spcPts val="0"/>
              </a:spcAft>
              <a:buClrTx/>
              <a:buSzTx/>
              <a:buFontTx/>
              <a:buNone/>
              <a:tabLst/>
              <a:defRPr sz="1246" spc="33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325"/>
              </a:spcBef>
              <a:spcAft>
                <a:spcPts val="0"/>
              </a:spcAft>
              <a:buClrTx/>
              <a:buSzTx/>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28" name="Espace réservé du texte 20">
            <a:extLst>
              <a:ext uri="{FF2B5EF4-FFF2-40B4-BE49-F238E27FC236}">
                <a16:creationId xmlns:a16="http://schemas.microsoft.com/office/drawing/2014/main" id="{1E0D2510-88C6-704E-B12F-109059DF5B13}"/>
              </a:ext>
            </a:extLst>
          </p:cNvPr>
          <p:cNvSpPr>
            <a:spLocks noGrp="1"/>
          </p:cNvSpPr>
          <p:nvPr>
            <p:ph type="body" sz="quarter" idx="12" hasCustomPrompt="1"/>
          </p:nvPr>
        </p:nvSpPr>
        <p:spPr>
          <a:xfrm>
            <a:off x="1474685" y="2001113"/>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1</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29" name="Espace réservé du texte 22">
            <a:extLst>
              <a:ext uri="{FF2B5EF4-FFF2-40B4-BE49-F238E27FC236}">
                <a16:creationId xmlns:a16="http://schemas.microsoft.com/office/drawing/2014/main" id="{27BF3265-0825-444C-852A-4A21D1778BE6}"/>
              </a:ext>
            </a:extLst>
          </p:cNvPr>
          <p:cNvSpPr>
            <a:spLocks noGrp="1"/>
          </p:cNvSpPr>
          <p:nvPr>
            <p:ph type="body" sz="quarter" idx="13" hasCustomPrompt="1"/>
          </p:nvPr>
        </p:nvSpPr>
        <p:spPr>
          <a:xfrm>
            <a:off x="1474830" y="2631914"/>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1" name="Espace réservé du texte 20">
            <a:extLst>
              <a:ext uri="{FF2B5EF4-FFF2-40B4-BE49-F238E27FC236}">
                <a16:creationId xmlns:a16="http://schemas.microsoft.com/office/drawing/2014/main" id="{25B04607-7904-CF46-9BE2-66415BE59AA5}"/>
              </a:ext>
            </a:extLst>
          </p:cNvPr>
          <p:cNvSpPr>
            <a:spLocks noGrp="1"/>
          </p:cNvSpPr>
          <p:nvPr>
            <p:ph type="body" sz="quarter" idx="28" hasCustomPrompt="1"/>
          </p:nvPr>
        </p:nvSpPr>
        <p:spPr>
          <a:xfrm>
            <a:off x="4553946" y="2001113"/>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2</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2" name="Espace réservé du texte 22">
            <a:extLst>
              <a:ext uri="{FF2B5EF4-FFF2-40B4-BE49-F238E27FC236}">
                <a16:creationId xmlns:a16="http://schemas.microsoft.com/office/drawing/2014/main" id="{D5E6DCAB-13EA-AC4D-81F5-F7D59B529E0B}"/>
              </a:ext>
            </a:extLst>
          </p:cNvPr>
          <p:cNvSpPr>
            <a:spLocks noGrp="1"/>
          </p:cNvSpPr>
          <p:nvPr>
            <p:ph type="body" sz="quarter" idx="29" hasCustomPrompt="1"/>
          </p:nvPr>
        </p:nvSpPr>
        <p:spPr>
          <a:xfrm>
            <a:off x="4554091" y="2631914"/>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3" name="Espace réservé du texte 20">
            <a:extLst>
              <a:ext uri="{FF2B5EF4-FFF2-40B4-BE49-F238E27FC236}">
                <a16:creationId xmlns:a16="http://schemas.microsoft.com/office/drawing/2014/main" id="{D90CA43A-6A0E-874D-AB05-C8110377B7F1}"/>
              </a:ext>
            </a:extLst>
          </p:cNvPr>
          <p:cNvSpPr>
            <a:spLocks noGrp="1"/>
          </p:cNvSpPr>
          <p:nvPr>
            <p:ph type="body" sz="quarter" idx="30" hasCustomPrompt="1"/>
          </p:nvPr>
        </p:nvSpPr>
        <p:spPr>
          <a:xfrm>
            <a:off x="7633208" y="2001113"/>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3</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4" name="Espace réservé du texte 22">
            <a:extLst>
              <a:ext uri="{FF2B5EF4-FFF2-40B4-BE49-F238E27FC236}">
                <a16:creationId xmlns:a16="http://schemas.microsoft.com/office/drawing/2014/main" id="{5122A7F6-D372-5F45-8D2D-1D57A225B620}"/>
              </a:ext>
            </a:extLst>
          </p:cNvPr>
          <p:cNvSpPr>
            <a:spLocks noGrp="1"/>
          </p:cNvSpPr>
          <p:nvPr>
            <p:ph type="body" sz="quarter" idx="31" hasCustomPrompt="1"/>
          </p:nvPr>
        </p:nvSpPr>
        <p:spPr>
          <a:xfrm>
            <a:off x="7633353" y="2631914"/>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5" name="Espace réservé du texte 20">
            <a:extLst>
              <a:ext uri="{FF2B5EF4-FFF2-40B4-BE49-F238E27FC236}">
                <a16:creationId xmlns:a16="http://schemas.microsoft.com/office/drawing/2014/main" id="{1DA91FD9-923A-B747-800B-C9DCD0EEE06D}"/>
              </a:ext>
            </a:extLst>
          </p:cNvPr>
          <p:cNvSpPr>
            <a:spLocks noGrp="1"/>
          </p:cNvSpPr>
          <p:nvPr>
            <p:ph type="body" sz="quarter" idx="32" hasCustomPrompt="1"/>
          </p:nvPr>
        </p:nvSpPr>
        <p:spPr>
          <a:xfrm>
            <a:off x="1474685" y="3970287"/>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4</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6" name="Espace réservé du texte 22">
            <a:extLst>
              <a:ext uri="{FF2B5EF4-FFF2-40B4-BE49-F238E27FC236}">
                <a16:creationId xmlns:a16="http://schemas.microsoft.com/office/drawing/2014/main" id="{456AB7FA-79BB-DC49-A555-E1ECEC221507}"/>
              </a:ext>
            </a:extLst>
          </p:cNvPr>
          <p:cNvSpPr>
            <a:spLocks noGrp="1"/>
          </p:cNvSpPr>
          <p:nvPr>
            <p:ph type="body" sz="quarter" idx="33" hasCustomPrompt="1"/>
          </p:nvPr>
        </p:nvSpPr>
        <p:spPr>
          <a:xfrm>
            <a:off x="1474830" y="4601087"/>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7" name="Espace réservé du texte 20">
            <a:extLst>
              <a:ext uri="{FF2B5EF4-FFF2-40B4-BE49-F238E27FC236}">
                <a16:creationId xmlns:a16="http://schemas.microsoft.com/office/drawing/2014/main" id="{F45388C0-BD2D-E343-928D-5574D00C12CA}"/>
              </a:ext>
            </a:extLst>
          </p:cNvPr>
          <p:cNvSpPr>
            <a:spLocks noGrp="1"/>
          </p:cNvSpPr>
          <p:nvPr>
            <p:ph type="body" sz="quarter" idx="34" hasCustomPrompt="1"/>
          </p:nvPr>
        </p:nvSpPr>
        <p:spPr>
          <a:xfrm>
            <a:off x="4553946" y="3970287"/>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5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38" name="Espace réservé du texte 22">
            <a:extLst>
              <a:ext uri="{FF2B5EF4-FFF2-40B4-BE49-F238E27FC236}">
                <a16:creationId xmlns:a16="http://schemas.microsoft.com/office/drawing/2014/main" id="{2FABA181-C721-F041-BA87-6911EEB50CC4}"/>
              </a:ext>
            </a:extLst>
          </p:cNvPr>
          <p:cNvSpPr>
            <a:spLocks noGrp="1"/>
          </p:cNvSpPr>
          <p:nvPr>
            <p:ph type="body" sz="quarter" idx="35" hasCustomPrompt="1"/>
          </p:nvPr>
        </p:nvSpPr>
        <p:spPr>
          <a:xfrm>
            <a:off x="4554091" y="4601087"/>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39" name="Espace réservé du texte 20">
            <a:extLst>
              <a:ext uri="{FF2B5EF4-FFF2-40B4-BE49-F238E27FC236}">
                <a16:creationId xmlns:a16="http://schemas.microsoft.com/office/drawing/2014/main" id="{551C47CF-F98B-1D45-836A-64F8B099D58E}"/>
              </a:ext>
            </a:extLst>
          </p:cNvPr>
          <p:cNvSpPr>
            <a:spLocks noGrp="1"/>
          </p:cNvSpPr>
          <p:nvPr>
            <p:ph type="body" sz="quarter" idx="36" hasCustomPrompt="1"/>
          </p:nvPr>
        </p:nvSpPr>
        <p:spPr>
          <a:xfrm>
            <a:off x="7633208" y="3970287"/>
            <a:ext cx="2826759" cy="492367"/>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192" spc="330" baseline="0">
                <a:solidFill>
                  <a:srgbClr val="729AA1"/>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PART 6</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192" b="1" i="0" u="none" strike="noStrike" kern="1200" cap="none" spc="325" normalizeH="0" baseline="0" noProof="0" dirty="0">
                <a:ln>
                  <a:noFill/>
                </a:ln>
                <a:solidFill>
                  <a:srgbClr val="729AA1"/>
                </a:solidFill>
                <a:effectLst/>
                <a:uLnTx/>
                <a:uFillTx/>
                <a:latin typeface="Brown" pitchFamily="2" charset="77"/>
                <a:ea typeface="+mn-ea"/>
                <a:cs typeface="+mn-cs"/>
              </a:rPr>
              <a:t>TITLE</a:t>
            </a:r>
          </a:p>
        </p:txBody>
      </p:sp>
      <p:sp>
        <p:nvSpPr>
          <p:cNvPr id="40" name="Espace réservé du texte 22">
            <a:extLst>
              <a:ext uri="{FF2B5EF4-FFF2-40B4-BE49-F238E27FC236}">
                <a16:creationId xmlns:a16="http://schemas.microsoft.com/office/drawing/2014/main" id="{40A523A1-EF2E-044C-ADB3-9C09B5E88873}"/>
              </a:ext>
            </a:extLst>
          </p:cNvPr>
          <p:cNvSpPr>
            <a:spLocks noGrp="1"/>
          </p:cNvSpPr>
          <p:nvPr>
            <p:ph type="body" sz="quarter" idx="37" hasCustomPrompt="1"/>
          </p:nvPr>
        </p:nvSpPr>
        <p:spPr>
          <a:xfrm>
            <a:off x="7633353" y="4601087"/>
            <a:ext cx="2826759" cy="1172452"/>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22" name="Espace réservé du texte 5">
            <a:extLst>
              <a:ext uri="{FF2B5EF4-FFF2-40B4-BE49-F238E27FC236}">
                <a16:creationId xmlns:a16="http://schemas.microsoft.com/office/drawing/2014/main" id="{83A23B00-80D5-5C48-AC3A-FCCFF1035533}"/>
              </a:ext>
            </a:extLst>
          </p:cNvPr>
          <p:cNvSpPr>
            <a:spLocks noGrp="1"/>
          </p:cNvSpPr>
          <p:nvPr>
            <p:ph type="body" sz="quarter" idx="38"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3</a:t>
            </a:r>
          </a:p>
        </p:txBody>
      </p:sp>
      <p:sp>
        <p:nvSpPr>
          <p:cNvPr id="23" name="ZoneTexte 22">
            <a:extLst>
              <a:ext uri="{FF2B5EF4-FFF2-40B4-BE49-F238E27FC236}">
                <a16:creationId xmlns:a16="http://schemas.microsoft.com/office/drawing/2014/main" id="{AF94AA50-5A50-9747-8CEE-2A653F4E7276}"/>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24" name="ZoneTexte 23">
            <a:extLst>
              <a:ext uri="{FF2B5EF4-FFF2-40B4-BE49-F238E27FC236}">
                <a16:creationId xmlns:a16="http://schemas.microsoft.com/office/drawing/2014/main" id="{C1135A77-85EF-C243-9454-12C472C1E07E}"/>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38276126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Disposition personnalisé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239CA10-FCFB-554E-871B-190A890C5565}"/>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9" name="Rectangle 18">
            <a:extLst>
              <a:ext uri="{FF2B5EF4-FFF2-40B4-BE49-F238E27FC236}">
                <a16:creationId xmlns:a16="http://schemas.microsoft.com/office/drawing/2014/main" id="{BF058303-7FC9-3A45-898A-E146AD971E6B}"/>
              </a:ext>
            </a:extLst>
          </p:cNvPr>
          <p:cNvSpPr/>
          <p:nvPr/>
        </p:nvSpPr>
        <p:spPr bwMode="auto">
          <a:xfrm>
            <a:off x="609601" y="5794806"/>
            <a:ext cx="6770763" cy="578504"/>
          </a:xfrm>
          <a:prstGeom prst="rect">
            <a:avLst/>
          </a:prstGeom>
          <a:solidFill>
            <a:srgbClr val="FFFFFF">
              <a:lumMod val="95000"/>
            </a:srgbClr>
          </a:solidFill>
          <a:ln>
            <a:solidFill>
              <a:srgbClr val="FFFFFF"/>
            </a:solidFill>
          </a:ln>
        </p:spPr>
        <p:txBody>
          <a:bodyPr vert="horz" wrap="square" lIns="49530" tIns="24765" rIns="49530" bIns="24765" numCol="1" rtlCol="0" anchor="t" anchorCtr="0" compatLnSpc="1">
            <a:prstTxWarp prst="textNoShape">
              <a:avLst/>
            </a:prstTxWarp>
          </a:bodyPr>
          <a:lstStyle/>
          <a:p>
            <a:pPr marL="0" marR="0" lvl="0" indent="0" algn="ctr" defTabSz="495330" eaLnBrk="1" fontAlgn="auto" latinLnBrk="0" hangingPunct="1">
              <a:lnSpc>
                <a:spcPct val="100000"/>
              </a:lnSpc>
              <a:spcBef>
                <a:spcPts val="0"/>
              </a:spcBef>
              <a:spcAft>
                <a:spcPts val="0"/>
              </a:spcAft>
              <a:buClrTx/>
              <a:buSzTx/>
              <a:buFontTx/>
              <a:buNone/>
              <a:tabLst/>
              <a:defRPr/>
            </a:pPr>
            <a:endParaRPr kumimoji="0" lang="fr-FR" sz="975" b="0" i="0" u="none" strike="noStrike" kern="0" cap="none" spc="0" normalizeH="0" baseline="0" noProof="0">
              <a:ln>
                <a:noFill/>
              </a:ln>
              <a:solidFill>
                <a:srgbClr val="FFFFFF"/>
              </a:solidFill>
              <a:effectLst/>
              <a:uLnTx/>
              <a:uFillTx/>
            </a:endParaRPr>
          </a:p>
        </p:txBody>
      </p:sp>
      <p:sp>
        <p:nvSpPr>
          <p:cNvPr id="32" name="Espace réservé du texte 31">
            <a:extLst>
              <a:ext uri="{FF2B5EF4-FFF2-40B4-BE49-F238E27FC236}">
                <a16:creationId xmlns:a16="http://schemas.microsoft.com/office/drawing/2014/main" id="{18F0BD4E-5040-0C42-8130-760F497F709F}"/>
              </a:ext>
            </a:extLst>
          </p:cNvPr>
          <p:cNvSpPr>
            <a:spLocks noGrp="1"/>
          </p:cNvSpPr>
          <p:nvPr>
            <p:ph type="body" sz="quarter" idx="23" hasCustomPrompt="1"/>
          </p:nvPr>
        </p:nvSpPr>
        <p:spPr>
          <a:xfrm>
            <a:off x="1093259" y="2383779"/>
            <a:ext cx="5329452" cy="3168186"/>
          </a:xfrm>
          <a:prstGeom prst="rect">
            <a:avLst/>
          </a:prstGeom>
        </p:spPr>
        <p:txBody>
          <a:bodyPr/>
          <a:lstStyle>
            <a:lvl1pPr marL="154791" marR="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sz="1035" baseline="0">
                <a:solidFill>
                  <a:schemeClr val="tx1">
                    <a:lumMod val="65000"/>
                    <a:lumOff val="35000"/>
                  </a:schemeClr>
                </a:solidFill>
                <a:latin typeface="Brown" pitchFamily="2" charset="77"/>
              </a:defRPr>
            </a:lvl1pPr>
          </a:lstStyle>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No stain on clothes / Easily transportable/ Easy to use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(easy to open &amp; easy to apply on the targeted area/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Easy to lock/ Safe in bag or pocket/ Compact format</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Form factor: Dispenses precise &amp; concentrated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amount of CBD to massage TARGETED area</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29"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GEL: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Colorless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gel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subtle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scent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 texture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that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isn’t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sticky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absorbs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quickly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into</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the skin =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allowing</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to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get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dressed</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quickly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not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stain</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clothes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ability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to not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compete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perfume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/deo</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29"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CREAM: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Scented</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use the « cool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effect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 of menthol to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signify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pain relief (</a:t>
            </a: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Camphor/ Eucalyptus/ Menthol/ Tea tree/ Capsaicin/)</a:t>
            </a:r>
          </a:p>
        </p:txBody>
      </p:sp>
      <p:sp>
        <p:nvSpPr>
          <p:cNvPr id="34" name="Espace réservé du texte 33">
            <a:extLst>
              <a:ext uri="{FF2B5EF4-FFF2-40B4-BE49-F238E27FC236}">
                <a16:creationId xmlns:a16="http://schemas.microsoft.com/office/drawing/2014/main" id="{61AD5ED4-F814-FA42-805A-92E7631BFB76}"/>
              </a:ext>
            </a:extLst>
          </p:cNvPr>
          <p:cNvSpPr>
            <a:spLocks noGrp="1"/>
          </p:cNvSpPr>
          <p:nvPr>
            <p:ph type="body" sz="quarter" idx="24" hasCustomPrompt="1"/>
          </p:nvPr>
        </p:nvSpPr>
        <p:spPr>
          <a:xfrm>
            <a:off x="765175" y="5874759"/>
            <a:ext cx="5657536" cy="494758"/>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1035" b="1" i="0" baseline="0">
                <a:solidFill>
                  <a:schemeClr val="bg1">
                    <a:lumMod val="65000"/>
                  </a:schemeClr>
                </a:solidFill>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FFFFFF">
                    <a:lumMod val="65000"/>
                  </a:srgbClr>
                </a:solidFill>
                <a:effectLst/>
                <a:uLnTx/>
                <a:uFillTx/>
                <a:latin typeface="Brown" pitchFamily="2" charset="77"/>
                <a:ea typeface="+mn-ea"/>
                <a:cs typeface="Calibri" panose="020F0502020204030204" pitchFamily="34" charset="0"/>
              </a:rPr>
              <a:t>ACTIVES: CBD+X : Aloe Vera/ Glucosamine/ MSM/ White willow extract/ Arnica/ Green tea extract (caffeinated)/ Beta Caryophyllene  </a:t>
            </a:r>
            <a:endParaRPr kumimoji="0" lang="fr-FR" sz="1029" b="0" i="0" u="none" strike="noStrike" kern="1200" cap="none" spc="0" normalizeH="0" baseline="0" noProof="0" dirty="0">
              <a:ln>
                <a:noFill/>
              </a:ln>
              <a:solidFill>
                <a:srgbClr val="FFFFFF">
                  <a:lumMod val="65000"/>
                </a:srgbClr>
              </a:solidFill>
              <a:effectLst/>
              <a:uLnTx/>
              <a:uFillTx/>
              <a:latin typeface="Brown" pitchFamily="2" charset="77"/>
              <a:ea typeface="+mn-ea"/>
              <a:cs typeface="Calibri" panose="020F0502020204030204" pitchFamily="34" charset="0"/>
            </a:endParaRPr>
          </a:p>
        </p:txBody>
      </p:sp>
      <p:sp>
        <p:nvSpPr>
          <p:cNvPr id="37" name="Espace réservé pour une image  36">
            <a:extLst>
              <a:ext uri="{FF2B5EF4-FFF2-40B4-BE49-F238E27FC236}">
                <a16:creationId xmlns:a16="http://schemas.microsoft.com/office/drawing/2014/main" id="{C37541EA-9A8F-A54F-A4BE-A5FB53150052}"/>
              </a:ext>
            </a:extLst>
          </p:cNvPr>
          <p:cNvSpPr>
            <a:spLocks noGrp="1"/>
          </p:cNvSpPr>
          <p:nvPr>
            <p:ph type="pic" sz="quarter" idx="26"/>
          </p:nvPr>
        </p:nvSpPr>
        <p:spPr>
          <a:xfrm>
            <a:off x="6724680" y="1032774"/>
            <a:ext cx="1852084" cy="230152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38" name="Espace réservé pour une image  36">
            <a:extLst>
              <a:ext uri="{FF2B5EF4-FFF2-40B4-BE49-F238E27FC236}">
                <a16:creationId xmlns:a16="http://schemas.microsoft.com/office/drawing/2014/main" id="{081AD28A-9948-7F48-816F-ACD1B6B5EE3B}"/>
              </a:ext>
            </a:extLst>
          </p:cNvPr>
          <p:cNvSpPr>
            <a:spLocks noGrp="1"/>
          </p:cNvSpPr>
          <p:nvPr>
            <p:ph type="pic" sz="quarter" idx="27"/>
          </p:nvPr>
        </p:nvSpPr>
        <p:spPr>
          <a:xfrm>
            <a:off x="8789149" y="352395"/>
            <a:ext cx="2309092" cy="296144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39" name="Espace réservé pour une image  36">
            <a:extLst>
              <a:ext uri="{FF2B5EF4-FFF2-40B4-BE49-F238E27FC236}">
                <a16:creationId xmlns:a16="http://schemas.microsoft.com/office/drawing/2014/main" id="{45C19A2C-56F1-5A40-BA32-7A4090A63117}"/>
              </a:ext>
            </a:extLst>
          </p:cNvPr>
          <p:cNvSpPr>
            <a:spLocks noGrp="1"/>
          </p:cNvSpPr>
          <p:nvPr>
            <p:ph type="pic" sz="quarter" idx="28"/>
          </p:nvPr>
        </p:nvSpPr>
        <p:spPr>
          <a:xfrm>
            <a:off x="7380363" y="3552708"/>
            <a:ext cx="2343882" cy="3016754"/>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40" name="Espace réservé pour une image  36">
            <a:extLst>
              <a:ext uri="{FF2B5EF4-FFF2-40B4-BE49-F238E27FC236}">
                <a16:creationId xmlns:a16="http://schemas.microsoft.com/office/drawing/2014/main" id="{B2F955F6-F942-424E-8338-62BEE7607809}"/>
              </a:ext>
            </a:extLst>
          </p:cNvPr>
          <p:cNvSpPr>
            <a:spLocks noGrp="1"/>
          </p:cNvSpPr>
          <p:nvPr>
            <p:ph type="pic" sz="quarter" idx="29"/>
          </p:nvPr>
        </p:nvSpPr>
        <p:spPr>
          <a:xfrm>
            <a:off x="9943412" y="3544166"/>
            <a:ext cx="1852084" cy="230152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0" name="Espace réservé du texte 20">
            <a:extLst>
              <a:ext uri="{FF2B5EF4-FFF2-40B4-BE49-F238E27FC236}">
                <a16:creationId xmlns:a16="http://schemas.microsoft.com/office/drawing/2014/main" id="{593CC54D-714D-8C4C-B364-C42370B8E9D8}"/>
              </a:ext>
            </a:extLst>
          </p:cNvPr>
          <p:cNvSpPr>
            <a:spLocks noGrp="1"/>
          </p:cNvSpPr>
          <p:nvPr>
            <p:ph type="body" sz="quarter" idx="20" hasCustomPrompt="1"/>
          </p:nvPr>
        </p:nvSpPr>
        <p:spPr>
          <a:xfrm>
            <a:off x="1077405" y="1557310"/>
            <a:ext cx="3439887" cy="589126"/>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Catchy Main Title</a:t>
            </a:r>
          </a:p>
        </p:txBody>
      </p:sp>
      <p:sp>
        <p:nvSpPr>
          <p:cNvPr id="7" name="Espace réservé du texte 6">
            <a:extLst>
              <a:ext uri="{FF2B5EF4-FFF2-40B4-BE49-F238E27FC236}">
                <a16:creationId xmlns:a16="http://schemas.microsoft.com/office/drawing/2014/main" id="{803CD69D-E8EA-0246-9326-D28224E33149}"/>
              </a:ext>
            </a:extLst>
          </p:cNvPr>
          <p:cNvSpPr>
            <a:spLocks noGrp="1"/>
          </p:cNvSpPr>
          <p:nvPr>
            <p:ph type="body" sz="quarter" idx="30" hasCustomPrompt="1"/>
          </p:nvPr>
        </p:nvSpPr>
        <p:spPr>
          <a:xfrm>
            <a:off x="1077405" y="1205947"/>
            <a:ext cx="3439887" cy="347170"/>
          </a:xfrm>
          <a:prstGeom prst="rect">
            <a:avLst/>
          </a:prstGeom>
        </p:spPr>
        <p:txBody>
          <a:bodyPr/>
          <a:lstStyle>
            <a:lvl1pPr marL="0" marR="0" indent="0" algn="l" defTabSz="742755" rtl="0" eaLnBrk="1" fontAlgn="auto" latinLnBrk="0" hangingPunct="1">
              <a:lnSpc>
                <a:spcPct val="100000"/>
              </a:lnSpc>
              <a:spcBef>
                <a:spcPts val="325"/>
              </a:spcBef>
              <a:spcAft>
                <a:spcPts val="0"/>
              </a:spcAft>
              <a:buClrTx/>
              <a:buSzTx/>
              <a:buFontTx/>
              <a:buNone/>
              <a:tabLst/>
              <a:defRPr sz="1197" b="0" i="0" spc="330" baseline="0">
                <a:solidFill>
                  <a:schemeClr val="tx1">
                    <a:lumMod val="65000"/>
                    <a:lumOff val="35000"/>
                  </a:schemeClr>
                </a:solidFill>
                <a:latin typeface="Brown" pitchFamily="2" charset="77"/>
              </a:defRPr>
            </a:lvl1pPr>
          </a:lstStyle>
          <a:p>
            <a:pPr marL="0" marR="0" lvl="0" indent="0" algn="l" defTabSz="736882" rtl="0" eaLnBrk="1" fontAlgn="auto" latinLnBrk="0" hangingPunct="1">
              <a:lnSpc>
                <a:spcPct val="100000"/>
              </a:lnSpc>
              <a:spcBef>
                <a:spcPts val="403"/>
              </a:spcBef>
              <a:spcAft>
                <a:spcPts val="0"/>
              </a:spcAft>
              <a:buClrTx/>
              <a:buSzPct val="100000"/>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15" name="Espace réservé du texte 5">
            <a:extLst>
              <a:ext uri="{FF2B5EF4-FFF2-40B4-BE49-F238E27FC236}">
                <a16:creationId xmlns:a16="http://schemas.microsoft.com/office/drawing/2014/main" id="{0B32278B-61F2-EC4D-8221-CC742ADE2742}"/>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4 </a:t>
            </a:r>
          </a:p>
        </p:txBody>
      </p:sp>
      <p:sp>
        <p:nvSpPr>
          <p:cNvPr id="22" name="ZoneTexte 21">
            <a:extLst>
              <a:ext uri="{FF2B5EF4-FFF2-40B4-BE49-F238E27FC236}">
                <a16:creationId xmlns:a16="http://schemas.microsoft.com/office/drawing/2014/main" id="{CE475189-F11F-4743-AF62-979F02A11187}"/>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1808780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1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BEA440-CA26-5445-A610-0ABF4234279C}"/>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38" name="Espace réservé pour une image  36">
            <a:extLst>
              <a:ext uri="{FF2B5EF4-FFF2-40B4-BE49-F238E27FC236}">
                <a16:creationId xmlns:a16="http://schemas.microsoft.com/office/drawing/2014/main" id="{081AD28A-9948-7F48-816F-ACD1B6B5EE3B}"/>
              </a:ext>
            </a:extLst>
          </p:cNvPr>
          <p:cNvSpPr>
            <a:spLocks noGrp="1"/>
          </p:cNvSpPr>
          <p:nvPr>
            <p:ph type="pic" sz="quarter" idx="27"/>
          </p:nvPr>
        </p:nvSpPr>
        <p:spPr>
          <a:xfrm>
            <a:off x="7086601" y="620154"/>
            <a:ext cx="5105399" cy="5726857"/>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2" name="Espace réservé du texte 31">
            <a:extLst>
              <a:ext uri="{FF2B5EF4-FFF2-40B4-BE49-F238E27FC236}">
                <a16:creationId xmlns:a16="http://schemas.microsoft.com/office/drawing/2014/main" id="{28AC6927-CC33-8241-B1ED-B12493177791}"/>
              </a:ext>
            </a:extLst>
          </p:cNvPr>
          <p:cNvSpPr>
            <a:spLocks noGrp="1"/>
          </p:cNvSpPr>
          <p:nvPr>
            <p:ph type="body" sz="quarter" idx="23" hasCustomPrompt="1"/>
          </p:nvPr>
        </p:nvSpPr>
        <p:spPr>
          <a:xfrm>
            <a:off x="1093761" y="2658429"/>
            <a:ext cx="5329452" cy="3168186"/>
          </a:xfrm>
          <a:prstGeom prst="rect">
            <a:avLst/>
          </a:prstGeom>
        </p:spPr>
        <p:txBody>
          <a:bodyPr/>
          <a:lstStyle>
            <a:lvl1pPr marL="154791" marR="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sz="1035" baseline="0">
                <a:solidFill>
                  <a:schemeClr val="tx1">
                    <a:lumMod val="65000"/>
                    <a:lumOff val="35000"/>
                  </a:schemeClr>
                </a:solidFill>
                <a:latin typeface="Brown" pitchFamily="2" charset="77"/>
              </a:defRPr>
            </a:lvl1pPr>
          </a:lstStyle>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No stain on clothes / Easily transportable/ Easy to use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(easy to open &amp; easy to apply on the targeted area/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Easy to lock/ Safe in bag or pocket/ Compact format</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Form factor: Dispenses precise &amp; concentrated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amount of CBD to massage TARGETED area</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29"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GEL: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Colorless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gel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subtle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scent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 texture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that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isn’t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sticky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absorbs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quickly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into</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the skin =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allowing</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to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get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dressed</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quickly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not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stain</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clothes</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ability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to not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compete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with</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perfume</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/deo</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29"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CREAM: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Scented</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and use the « cool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effect</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 of menthol to </a:t>
            </a:r>
            <a:r>
              <a:rPr kumimoji="0" lang="fr-FR" sz="1029"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Calibri" panose="020F0502020204030204" pitchFamily="34" charset="0"/>
              </a:rPr>
              <a:t>signify</a:t>
            </a:r>
            <a:r>
              <a:rPr kumimoji="0" lang="fr-FR"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pain relief (</a:t>
            </a: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Camphor/ Eucalyptus/ Menthol/ Tea tree/ Capsaicin/)</a:t>
            </a:r>
          </a:p>
        </p:txBody>
      </p:sp>
      <p:sp>
        <p:nvSpPr>
          <p:cNvPr id="17" name="Espace réservé du texte 20">
            <a:extLst>
              <a:ext uri="{FF2B5EF4-FFF2-40B4-BE49-F238E27FC236}">
                <a16:creationId xmlns:a16="http://schemas.microsoft.com/office/drawing/2014/main" id="{5468DC38-34F3-1141-9A9E-1F72C912FA92}"/>
              </a:ext>
            </a:extLst>
          </p:cNvPr>
          <p:cNvSpPr>
            <a:spLocks noGrp="1"/>
          </p:cNvSpPr>
          <p:nvPr>
            <p:ph type="body" sz="quarter" idx="20" hasCustomPrompt="1"/>
          </p:nvPr>
        </p:nvSpPr>
        <p:spPr>
          <a:xfrm>
            <a:off x="1077405" y="1887428"/>
            <a:ext cx="3439887" cy="589126"/>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Catchy Main Title</a:t>
            </a:r>
          </a:p>
        </p:txBody>
      </p:sp>
      <p:sp>
        <p:nvSpPr>
          <p:cNvPr id="18" name="Espace réservé du texte 6">
            <a:extLst>
              <a:ext uri="{FF2B5EF4-FFF2-40B4-BE49-F238E27FC236}">
                <a16:creationId xmlns:a16="http://schemas.microsoft.com/office/drawing/2014/main" id="{C7BC841D-1757-B246-80BC-D0D33420DD09}"/>
              </a:ext>
            </a:extLst>
          </p:cNvPr>
          <p:cNvSpPr>
            <a:spLocks noGrp="1"/>
          </p:cNvSpPr>
          <p:nvPr>
            <p:ph type="body" sz="quarter" idx="30" hasCustomPrompt="1"/>
          </p:nvPr>
        </p:nvSpPr>
        <p:spPr>
          <a:xfrm>
            <a:off x="1077405" y="1536064"/>
            <a:ext cx="3439887" cy="347170"/>
          </a:xfrm>
          <a:prstGeom prst="rect">
            <a:avLst/>
          </a:prstGeom>
        </p:spPr>
        <p:txBody>
          <a:bodyPr/>
          <a:lstStyle>
            <a:lvl1pPr marL="0" marR="0" indent="0" algn="l" defTabSz="742755" rtl="0" eaLnBrk="1" fontAlgn="auto" latinLnBrk="0" hangingPunct="1">
              <a:lnSpc>
                <a:spcPct val="100000"/>
              </a:lnSpc>
              <a:spcBef>
                <a:spcPts val="325"/>
              </a:spcBef>
              <a:spcAft>
                <a:spcPts val="0"/>
              </a:spcAft>
              <a:buClrTx/>
              <a:buSzTx/>
              <a:buFontTx/>
              <a:buNone/>
              <a:tabLst/>
              <a:defRPr sz="1197" b="0" i="0" spc="330" baseline="0">
                <a:solidFill>
                  <a:schemeClr val="tx1">
                    <a:lumMod val="65000"/>
                    <a:lumOff val="35000"/>
                  </a:schemeClr>
                </a:solidFill>
                <a:latin typeface="Brown" pitchFamily="2" charset="77"/>
              </a:defRPr>
            </a:lvl1pPr>
          </a:lstStyle>
          <a:p>
            <a:pPr marL="0" marR="0" lvl="0" indent="0" algn="l" defTabSz="736882" rtl="0" eaLnBrk="1" fontAlgn="auto" latinLnBrk="0" hangingPunct="1">
              <a:lnSpc>
                <a:spcPct val="100000"/>
              </a:lnSpc>
              <a:spcBef>
                <a:spcPts val="403"/>
              </a:spcBef>
              <a:spcAft>
                <a:spcPts val="0"/>
              </a:spcAft>
              <a:buClrTx/>
              <a:buSzPct val="100000"/>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10" name="Espace réservé du texte 5">
            <a:extLst>
              <a:ext uri="{FF2B5EF4-FFF2-40B4-BE49-F238E27FC236}">
                <a16:creationId xmlns:a16="http://schemas.microsoft.com/office/drawing/2014/main" id="{B2E5295D-C7FE-B445-B738-9787BE3DB23D}"/>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5 </a:t>
            </a:r>
          </a:p>
        </p:txBody>
      </p:sp>
      <p:sp>
        <p:nvSpPr>
          <p:cNvPr id="11" name="ZoneTexte 10">
            <a:extLst>
              <a:ext uri="{FF2B5EF4-FFF2-40B4-BE49-F238E27FC236}">
                <a16:creationId xmlns:a16="http://schemas.microsoft.com/office/drawing/2014/main" id="{FDF97365-DC0F-574E-89DD-0CB5F25C2D0D}"/>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3" name="ZoneTexte 12">
            <a:extLst>
              <a:ext uri="{FF2B5EF4-FFF2-40B4-BE49-F238E27FC236}">
                <a16:creationId xmlns:a16="http://schemas.microsoft.com/office/drawing/2014/main" id="{840AEDFA-6122-E24F-9F3C-ABF9FA139407}"/>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295726893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Disposition personnalisé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D8E568E-1B84-FA4F-B303-53AEC1B2BCBE}"/>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27" name="Espace réservé du texte 26">
            <a:extLst>
              <a:ext uri="{FF2B5EF4-FFF2-40B4-BE49-F238E27FC236}">
                <a16:creationId xmlns:a16="http://schemas.microsoft.com/office/drawing/2014/main" id="{8445C667-5A59-A241-BE64-27890BBA02F6}"/>
              </a:ext>
            </a:extLst>
          </p:cNvPr>
          <p:cNvSpPr>
            <a:spLocks noGrp="1"/>
          </p:cNvSpPr>
          <p:nvPr>
            <p:ph type="body" sz="quarter" idx="14" hasCustomPrompt="1"/>
          </p:nvPr>
        </p:nvSpPr>
        <p:spPr>
          <a:xfrm>
            <a:off x="1165225" y="2678230"/>
            <a:ext cx="3343275" cy="750771"/>
          </a:xfrm>
          <a:prstGeom prst="rect">
            <a:avLst/>
          </a:prstGeom>
        </p:spPr>
        <p:txBody>
          <a:bodyPr/>
          <a:lstStyle>
            <a:lvl1pPr marL="154791" marR="0" indent="-154791" algn="l" defTabSz="742755" rtl="0" eaLnBrk="1" fontAlgn="auto" latinLnBrk="0" hangingPunct="1">
              <a:lnSpc>
                <a:spcPct val="150000"/>
              </a:lnSpc>
              <a:spcBef>
                <a:spcPts val="0"/>
              </a:spcBef>
              <a:spcAft>
                <a:spcPts val="0"/>
              </a:spcAft>
              <a:buClrTx/>
              <a:buSzTx/>
              <a:buFontTx/>
              <a:buNone/>
              <a:tabLst/>
              <a:defRPr sz="1035" b="1" i="0" baseline="0">
                <a:solidFill>
                  <a:srgbClr val="729AA1"/>
                </a:solidFill>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PROTECTION ON ACTIVE INGREDIENTS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AND THEIR EFFICIENCY/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OPTIMUM FORMULA PROTECTION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AND SHELF STABILITY</a:t>
            </a:r>
          </a:p>
        </p:txBody>
      </p:sp>
      <p:sp>
        <p:nvSpPr>
          <p:cNvPr id="30" name="Espace réservé pour une image  36">
            <a:extLst>
              <a:ext uri="{FF2B5EF4-FFF2-40B4-BE49-F238E27FC236}">
                <a16:creationId xmlns:a16="http://schemas.microsoft.com/office/drawing/2014/main" id="{0D4DA94F-340C-0C4A-86F4-DA822E598C86}"/>
              </a:ext>
            </a:extLst>
          </p:cNvPr>
          <p:cNvSpPr>
            <a:spLocks noGrp="1"/>
          </p:cNvSpPr>
          <p:nvPr>
            <p:ph type="pic" sz="quarter" idx="28"/>
          </p:nvPr>
        </p:nvSpPr>
        <p:spPr>
          <a:xfrm>
            <a:off x="9177423" y="372559"/>
            <a:ext cx="2673515" cy="3602426"/>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31" name="Espace réservé pour une image  36">
            <a:extLst>
              <a:ext uri="{FF2B5EF4-FFF2-40B4-BE49-F238E27FC236}">
                <a16:creationId xmlns:a16="http://schemas.microsoft.com/office/drawing/2014/main" id="{C551487D-F0E0-9F4E-8A64-7AD54A0E89D3}"/>
              </a:ext>
            </a:extLst>
          </p:cNvPr>
          <p:cNvSpPr>
            <a:spLocks noGrp="1"/>
          </p:cNvSpPr>
          <p:nvPr>
            <p:ph type="pic" sz="quarter" idx="29"/>
          </p:nvPr>
        </p:nvSpPr>
        <p:spPr>
          <a:xfrm>
            <a:off x="8251380" y="4182213"/>
            <a:ext cx="1852084" cy="230152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2" name="Espace réservé du texte 20">
            <a:extLst>
              <a:ext uri="{FF2B5EF4-FFF2-40B4-BE49-F238E27FC236}">
                <a16:creationId xmlns:a16="http://schemas.microsoft.com/office/drawing/2014/main" id="{E67BBCAA-6657-AB47-8140-005E93903772}"/>
              </a:ext>
            </a:extLst>
          </p:cNvPr>
          <p:cNvSpPr>
            <a:spLocks noGrp="1"/>
          </p:cNvSpPr>
          <p:nvPr>
            <p:ph type="body" sz="quarter" idx="20" hasCustomPrompt="1"/>
          </p:nvPr>
        </p:nvSpPr>
        <p:spPr>
          <a:xfrm>
            <a:off x="1165226" y="899720"/>
            <a:ext cx="3439887" cy="589126"/>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Catchy Main Title</a:t>
            </a:r>
          </a:p>
        </p:txBody>
      </p:sp>
      <p:sp>
        <p:nvSpPr>
          <p:cNvPr id="15" name="Espace réservé du texte 22">
            <a:extLst>
              <a:ext uri="{FF2B5EF4-FFF2-40B4-BE49-F238E27FC236}">
                <a16:creationId xmlns:a16="http://schemas.microsoft.com/office/drawing/2014/main" id="{F2E30F80-CE62-F440-9BDF-C62D8DB8932F}"/>
              </a:ext>
            </a:extLst>
          </p:cNvPr>
          <p:cNvSpPr>
            <a:spLocks noGrp="1"/>
          </p:cNvSpPr>
          <p:nvPr>
            <p:ph type="body" sz="quarter" idx="13" hasCustomPrompt="1"/>
          </p:nvPr>
        </p:nvSpPr>
        <p:spPr>
          <a:xfrm>
            <a:off x="1165226" y="1512048"/>
            <a:ext cx="6421664" cy="952039"/>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b="0" i="0">
                <a:effectLst/>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Lorem ipsum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dolor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sit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amet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consectetur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adipiscing</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elit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sed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do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eiusmod</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tempor</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incididunt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ut</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labore</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et dolore magna </a:t>
            </a:r>
            <a:r>
              <a:rPr kumimoji="0" lang="en-GB" sz="1083" b="0" i="0" u="none" strike="noStrike" kern="1200" cap="none" spc="0" normalizeH="0" baseline="0" noProof="0" dirty="0" err="1">
                <a:ln>
                  <a:noFill/>
                </a:ln>
                <a:solidFill>
                  <a:srgbClr val="000000">
                    <a:lumMod val="75000"/>
                    <a:lumOff val="25000"/>
                  </a:srgbClr>
                </a:solidFill>
                <a:effectLst/>
                <a:uLnTx/>
                <a:uFillTx/>
                <a:latin typeface="Brown" pitchFamily="2" charset="77"/>
                <a:ea typeface="+mn-ea"/>
                <a:cs typeface="+mn-cs"/>
              </a:rPr>
              <a:t>aliqua</a:t>
            </a:r>
            <a:r>
              <a:rPr kumimoji="0" lang="en-GB" sz="1083"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 </a:t>
            </a:r>
            <a:endParaRPr kumimoji="0" lang="en-GB" sz="1083" b="0" i="0" u="none" strike="noStrike" kern="1200" cap="none" spc="0" normalizeH="0" baseline="0" noProof="0" dirty="0">
              <a:ln>
                <a:noFill/>
              </a:ln>
              <a:solidFill>
                <a:srgbClr val="000000">
                  <a:lumMod val="75000"/>
                  <a:lumOff val="25000"/>
                </a:srgbClr>
              </a:solidFill>
              <a:effectLst/>
              <a:uLnTx/>
              <a:uFillTx/>
              <a:latin typeface="+mn-lt"/>
              <a:ea typeface="+mn-ea"/>
              <a:cs typeface="+mn-cs"/>
            </a:endParaRPr>
          </a:p>
        </p:txBody>
      </p:sp>
      <p:sp>
        <p:nvSpPr>
          <p:cNvPr id="16" name="Espace réservé du texte 31">
            <a:extLst>
              <a:ext uri="{FF2B5EF4-FFF2-40B4-BE49-F238E27FC236}">
                <a16:creationId xmlns:a16="http://schemas.microsoft.com/office/drawing/2014/main" id="{3749D7E6-4207-5F4D-8430-0C6CC52A6F57}"/>
              </a:ext>
            </a:extLst>
          </p:cNvPr>
          <p:cNvSpPr>
            <a:spLocks noGrp="1"/>
          </p:cNvSpPr>
          <p:nvPr>
            <p:ph type="body" sz="quarter" idx="23" hasCustomPrompt="1"/>
          </p:nvPr>
        </p:nvSpPr>
        <p:spPr>
          <a:xfrm>
            <a:off x="1165227" y="3594209"/>
            <a:ext cx="3374433" cy="2653885"/>
          </a:xfrm>
          <a:prstGeom prst="rect">
            <a:avLst/>
          </a:prstGeom>
        </p:spPr>
        <p:txBody>
          <a:bodyPr/>
          <a:lstStyle>
            <a:lvl1pPr marL="154791" marR="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sz="1035" baseline="0">
                <a:solidFill>
                  <a:schemeClr val="tx1">
                    <a:lumMod val="65000"/>
                    <a:lumOff val="35000"/>
                  </a:schemeClr>
                </a:solidFill>
                <a:latin typeface="Brown" pitchFamily="2" charset="77"/>
              </a:defRPr>
            </a:lvl1pPr>
          </a:lstStyle>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No stain on clothes / Easily transportable/ Easy to use </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Form factor: Dispenses precise &amp; concentrated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amount of CBD to massage TARGETED</a:t>
            </a:r>
          </a:p>
        </p:txBody>
      </p:sp>
      <p:sp>
        <p:nvSpPr>
          <p:cNvPr id="17" name="Espace réservé du texte 26">
            <a:extLst>
              <a:ext uri="{FF2B5EF4-FFF2-40B4-BE49-F238E27FC236}">
                <a16:creationId xmlns:a16="http://schemas.microsoft.com/office/drawing/2014/main" id="{AFF598E3-B997-5D40-A258-11AA9CC42FF2}"/>
              </a:ext>
            </a:extLst>
          </p:cNvPr>
          <p:cNvSpPr>
            <a:spLocks noGrp="1"/>
          </p:cNvSpPr>
          <p:nvPr>
            <p:ph type="body" sz="quarter" idx="30" hasCustomPrompt="1"/>
          </p:nvPr>
        </p:nvSpPr>
        <p:spPr>
          <a:xfrm>
            <a:off x="4697779" y="2678230"/>
            <a:ext cx="3343275" cy="750771"/>
          </a:xfrm>
          <a:prstGeom prst="rect">
            <a:avLst/>
          </a:prstGeom>
        </p:spPr>
        <p:txBody>
          <a:bodyPr/>
          <a:lstStyle>
            <a:lvl1pPr marL="154791" marR="0" indent="-154791" algn="l" defTabSz="742755" rtl="0" eaLnBrk="1" fontAlgn="auto" latinLnBrk="0" hangingPunct="1">
              <a:lnSpc>
                <a:spcPct val="150000"/>
              </a:lnSpc>
              <a:spcBef>
                <a:spcPts val="0"/>
              </a:spcBef>
              <a:spcAft>
                <a:spcPts val="0"/>
              </a:spcAft>
              <a:buClrTx/>
              <a:buSzTx/>
              <a:buFontTx/>
              <a:buNone/>
              <a:tabLst/>
              <a:defRPr sz="1035" b="1" i="0" baseline="0">
                <a:solidFill>
                  <a:srgbClr val="729AA1"/>
                </a:solidFill>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PROTECTION ON ACTIVE INGREDIENTS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AND THEIR EFFICIENCY/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OPTIMUM FORMULA PROTECTION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1" i="0" u="none" strike="noStrike" kern="1200" cap="none" spc="0" normalizeH="0" baseline="0" noProof="0" dirty="0">
                <a:ln>
                  <a:noFill/>
                </a:ln>
                <a:solidFill>
                  <a:srgbClr val="729AA1"/>
                </a:solidFill>
                <a:effectLst/>
                <a:uLnTx/>
                <a:uFillTx/>
                <a:latin typeface="Brown" pitchFamily="2" charset="77"/>
                <a:ea typeface="+mn-ea"/>
                <a:cs typeface="Calibri" panose="020F0502020204030204" pitchFamily="34" charset="0"/>
              </a:rPr>
              <a:t>AND SHELF STABILITY</a:t>
            </a:r>
          </a:p>
        </p:txBody>
      </p:sp>
      <p:sp>
        <p:nvSpPr>
          <p:cNvPr id="18" name="Espace réservé du texte 31">
            <a:extLst>
              <a:ext uri="{FF2B5EF4-FFF2-40B4-BE49-F238E27FC236}">
                <a16:creationId xmlns:a16="http://schemas.microsoft.com/office/drawing/2014/main" id="{6B8C6018-A341-FB4B-8DEC-38311BFCAAE3}"/>
              </a:ext>
            </a:extLst>
          </p:cNvPr>
          <p:cNvSpPr>
            <a:spLocks noGrp="1"/>
          </p:cNvSpPr>
          <p:nvPr>
            <p:ph type="body" sz="quarter" idx="31" hasCustomPrompt="1"/>
          </p:nvPr>
        </p:nvSpPr>
        <p:spPr>
          <a:xfrm>
            <a:off x="4697779" y="3594209"/>
            <a:ext cx="3374433" cy="2653885"/>
          </a:xfrm>
          <a:prstGeom prst="rect">
            <a:avLst/>
          </a:prstGeom>
        </p:spPr>
        <p:txBody>
          <a:bodyPr/>
          <a:lstStyle>
            <a:lvl1pPr marL="154791" marR="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sz="1035" baseline="0">
                <a:solidFill>
                  <a:schemeClr val="tx1">
                    <a:lumMod val="65000"/>
                    <a:lumOff val="35000"/>
                  </a:schemeClr>
                </a:solidFill>
                <a:latin typeface="Brown" pitchFamily="2" charset="77"/>
              </a:defRPr>
            </a:lvl1pPr>
          </a:lstStyle>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No stain on clothes / Easily transportable/ Easy to use </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endParaRPr>
          </a:p>
          <a:p>
            <a:pPr marL="154791" marR="0" lvl="0" indent="-154791" algn="l" defTabSz="7427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Form factor: Dispenses precise &amp; concentrated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029" b="0"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Calibri" panose="020F0502020204030204" pitchFamily="34" charset="0"/>
              </a:rPr>
              <a:t>     amount of CBD to massage TARGETED</a:t>
            </a:r>
          </a:p>
        </p:txBody>
      </p:sp>
      <p:sp>
        <p:nvSpPr>
          <p:cNvPr id="13" name="Espace réservé du texte 5">
            <a:extLst>
              <a:ext uri="{FF2B5EF4-FFF2-40B4-BE49-F238E27FC236}">
                <a16:creationId xmlns:a16="http://schemas.microsoft.com/office/drawing/2014/main" id="{BDAD5311-F7EC-E849-8C2D-58FCF8C1B8D9}"/>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6 </a:t>
            </a:r>
          </a:p>
        </p:txBody>
      </p:sp>
      <p:sp>
        <p:nvSpPr>
          <p:cNvPr id="21" name="ZoneTexte 20">
            <a:extLst>
              <a:ext uri="{FF2B5EF4-FFF2-40B4-BE49-F238E27FC236}">
                <a16:creationId xmlns:a16="http://schemas.microsoft.com/office/drawing/2014/main" id="{AE51A673-4447-0C4E-95B8-877251325B09}"/>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21756937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0_Disposition personnalisé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928E0A8-D5D2-274A-9CC7-924AF98C06CE}"/>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9" name="Espace réservé pour une image  36">
            <a:extLst>
              <a:ext uri="{FF2B5EF4-FFF2-40B4-BE49-F238E27FC236}">
                <a16:creationId xmlns:a16="http://schemas.microsoft.com/office/drawing/2014/main" id="{D93B0E0F-B93D-E34E-A653-1275101B2E14}"/>
              </a:ext>
            </a:extLst>
          </p:cNvPr>
          <p:cNvSpPr>
            <a:spLocks noGrp="1"/>
          </p:cNvSpPr>
          <p:nvPr>
            <p:ph type="pic" sz="quarter" idx="29"/>
          </p:nvPr>
        </p:nvSpPr>
        <p:spPr>
          <a:xfrm>
            <a:off x="2271668" y="3134119"/>
            <a:ext cx="1852084" cy="2219393"/>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1" name="Espace réservé du texte 20">
            <a:extLst>
              <a:ext uri="{FF2B5EF4-FFF2-40B4-BE49-F238E27FC236}">
                <a16:creationId xmlns:a16="http://schemas.microsoft.com/office/drawing/2014/main" id="{C1C5A783-EFA9-D94E-AAE9-8489680D289A}"/>
              </a:ext>
            </a:extLst>
          </p:cNvPr>
          <p:cNvSpPr>
            <a:spLocks noGrp="1"/>
          </p:cNvSpPr>
          <p:nvPr>
            <p:ph type="body" sz="quarter" idx="30" hasCustomPrompt="1"/>
          </p:nvPr>
        </p:nvSpPr>
        <p:spPr>
          <a:xfrm>
            <a:off x="4593610" y="3134117"/>
            <a:ext cx="5868459" cy="2218983"/>
          </a:xfrm>
          <a:prstGeom prst="rect">
            <a:avLst/>
          </a:prstGeom>
        </p:spPr>
        <p:txBody>
          <a:bodyPr/>
          <a:lstStyle>
            <a:lvl1pPr marL="185749" marR="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sz="1197" b="0" i="0" baseline="0">
                <a:solidFill>
                  <a:schemeClr val="tx1">
                    <a:lumMod val="65000"/>
                    <a:lumOff val="35000"/>
                  </a:schemeClr>
                </a:solidFill>
                <a:latin typeface="Brown" pitchFamily="2" charset="77"/>
              </a:defRPr>
            </a:lvl1pPr>
          </a:lstStyle>
          <a:p>
            <a:pPr marL="185749" marR="0" lvl="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A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Secondary</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brand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attached</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to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Shikohin’s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mother</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brand)</a:t>
            </a:r>
          </a:p>
          <a:p>
            <a:pPr marL="185749" marR="0" lvl="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A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symbol</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that</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makes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sense</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to US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consumers</a:t>
            </a:r>
            <a:endPar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endParaRPr>
          </a:p>
          <a:p>
            <a:pPr marL="185749" marR="0" lvl="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Evokes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scientific</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symbol</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gives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credibility</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seriousness</a:t>
            </a:r>
            <a:endPar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endParaRPr>
          </a:p>
          <a:p>
            <a:pPr marL="185749" marR="0" lvl="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Talk to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athletes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t>
            </a:r>
          </a:p>
          <a:p>
            <a:pPr marL="185749" marR="0" lvl="0" indent="-185749" algn="l" defTabSz="742755"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Gives</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minimalist</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and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innovative</a:t>
            </a:r>
            <a:r>
              <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rPr>
              <a:t> image, unique to </a:t>
            </a:r>
            <a:r>
              <a:rPr kumimoji="0" lang="fr-FR" sz="1192" b="1" i="0" u="none" strike="noStrike" kern="1200" cap="none" spc="0" normalizeH="0" baseline="0" noProof="0" dirty="0" err="1">
                <a:ln>
                  <a:noFill/>
                </a:ln>
                <a:solidFill>
                  <a:srgbClr val="E7E6E6">
                    <a:lumMod val="25000"/>
                  </a:srgbClr>
                </a:solidFill>
                <a:effectLst/>
                <a:uLnTx/>
                <a:uFillTx/>
                <a:latin typeface="Brown" pitchFamily="2" charset="77"/>
                <a:ea typeface="+mn-ea"/>
                <a:cs typeface="+mn-cs"/>
              </a:rPr>
              <a:t>Japan</a:t>
            </a:r>
            <a:endParaRPr kumimoji="0" lang="fr-FR" sz="1192" b="1" i="0" u="none" strike="noStrike" kern="1200" cap="none" spc="0" normalizeH="0" baseline="0" noProof="0" dirty="0">
              <a:ln>
                <a:noFill/>
              </a:ln>
              <a:solidFill>
                <a:srgbClr val="E7E6E6">
                  <a:lumMod val="25000"/>
                </a:srgbClr>
              </a:solidFill>
              <a:effectLst/>
              <a:uLnTx/>
              <a:uFillTx/>
              <a:latin typeface="Brown" pitchFamily="2" charset="77"/>
              <a:ea typeface="+mn-ea"/>
              <a:cs typeface="+mn-cs"/>
            </a:endParaRPr>
          </a:p>
        </p:txBody>
      </p:sp>
      <p:sp>
        <p:nvSpPr>
          <p:cNvPr id="9" name="Espace réservé du texte 20">
            <a:extLst>
              <a:ext uri="{FF2B5EF4-FFF2-40B4-BE49-F238E27FC236}">
                <a16:creationId xmlns:a16="http://schemas.microsoft.com/office/drawing/2014/main" id="{D966909E-920A-7A43-9E56-0E5270F9D5EF}"/>
              </a:ext>
            </a:extLst>
          </p:cNvPr>
          <p:cNvSpPr>
            <a:spLocks noGrp="1"/>
          </p:cNvSpPr>
          <p:nvPr>
            <p:ph type="body" sz="quarter" idx="20" hasCustomPrompt="1"/>
          </p:nvPr>
        </p:nvSpPr>
        <p:spPr>
          <a:xfrm>
            <a:off x="4171948" y="1631974"/>
            <a:ext cx="3338676" cy="644892"/>
          </a:xfrm>
          <a:prstGeom prst="rect">
            <a:avLst/>
          </a:prstGeom>
        </p:spPr>
        <p:txBody>
          <a:bodyPr/>
          <a:lstStyle>
            <a:lvl1pPr marL="0" marR="0" indent="0" algn="ctr"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Main Title</a:t>
            </a:r>
          </a:p>
        </p:txBody>
      </p:sp>
      <p:sp>
        <p:nvSpPr>
          <p:cNvPr id="11" name="Espace réservé du texte 20">
            <a:extLst>
              <a:ext uri="{FF2B5EF4-FFF2-40B4-BE49-F238E27FC236}">
                <a16:creationId xmlns:a16="http://schemas.microsoft.com/office/drawing/2014/main" id="{AC50EEB7-F43D-9241-A367-AAA89E789D2D}"/>
              </a:ext>
            </a:extLst>
          </p:cNvPr>
          <p:cNvSpPr>
            <a:spLocks noGrp="1"/>
          </p:cNvSpPr>
          <p:nvPr>
            <p:ph type="body" sz="quarter" idx="21" hasCustomPrompt="1"/>
          </p:nvPr>
        </p:nvSpPr>
        <p:spPr>
          <a:xfrm>
            <a:off x="4171948" y="1305960"/>
            <a:ext cx="3338676" cy="295635"/>
          </a:xfrm>
          <a:prstGeom prst="rect">
            <a:avLst/>
          </a:prstGeom>
        </p:spPr>
        <p:txBody>
          <a:bodyPr/>
          <a:lstStyle>
            <a:lvl1pPr marL="0" marR="0" indent="0" algn="ctr" defTabSz="742755" rtl="0" eaLnBrk="1" fontAlgn="auto" latinLnBrk="0" hangingPunct="1">
              <a:lnSpc>
                <a:spcPct val="100000"/>
              </a:lnSpc>
              <a:spcBef>
                <a:spcPts val="325"/>
              </a:spcBef>
              <a:spcAft>
                <a:spcPts val="0"/>
              </a:spcAft>
              <a:buClrTx/>
              <a:buSzTx/>
              <a:buFontTx/>
              <a:buNone/>
              <a:tabLst/>
              <a:defRPr sz="1246" spc="33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325"/>
              </a:spcBef>
              <a:spcAft>
                <a:spcPts val="0"/>
              </a:spcAft>
              <a:buClrTx/>
              <a:buSzTx/>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10" name="Espace réservé du texte 5">
            <a:extLst>
              <a:ext uri="{FF2B5EF4-FFF2-40B4-BE49-F238E27FC236}">
                <a16:creationId xmlns:a16="http://schemas.microsoft.com/office/drawing/2014/main" id="{32C22BD3-2513-C643-A046-56DE5512455D}"/>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7</a:t>
            </a:r>
          </a:p>
          <a:p>
            <a:pPr lvl="0"/>
            <a:r>
              <a:rPr lang="fr-FR" dirty="0"/>
              <a:t> </a:t>
            </a:r>
          </a:p>
        </p:txBody>
      </p:sp>
      <p:sp>
        <p:nvSpPr>
          <p:cNvPr id="14" name="ZoneTexte 13">
            <a:extLst>
              <a:ext uri="{FF2B5EF4-FFF2-40B4-BE49-F238E27FC236}">
                <a16:creationId xmlns:a16="http://schemas.microsoft.com/office/drawing/2014/main" id="{7A196CB8-3F3E-A446-8B34-BD8342078596}"/>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6" name="ZoneTexte 15">
            <a:extLst>
              <a:ext uri="{FF2B5EF4-FFF2-40B4-BE49-F238E27FC236}">
                <a16:creationId xmlns:a16="http://schemas.microsoft.com/office/drawing/2014/main" id="{B2E6FEDA-09A5-AA43-B55D-6467FFBEEACA}"/>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378043897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3_Disposition personnalisé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0816817-0E95-D649-B423-FBF96D762833}"/>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58" name="Espace réservé du texte 57">
            <a:extLst>
              <a:ext uri="{FF2B5EF4-FFF2-40B4-BE49-F238E27FC236}">
                <a16:creationId xmlns:a16="http://schemas.microsoft.com/office/drawing/2014/main" id="{99244423-017A-F54C-A118-D9873AAF3C7D}"/>
              </a:ext>
            </a:extLst>
          </p:cNvPr>
          <p:cNvSpPr>
            <a:spLocks noGrp="1"/>
          </p:cNvSpPr>
          <p:nvPr>
            <p:ph type="body" sz="quarter" idx="26" hasCustomPrompt="1"/>
          </p:nvPr>
        </p:nvSpPr>
        <p:spPr>
          <a:xfrm>
            <a:off x="1938711" y="2178059"/>
            <a:ext cx="8253040" cy="3832692"/>
          </a:xfrm>
          <a:prstGeom prst="rect">
            <a:avLst/>
          </a:prstGeom>
        </p:spPr>
        <p:txBody>
          <a:bodyPr/>
          <a:lstStyle>
            <a:lvl1pPr marL="154791" marR="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sz="1192" b="0" i="0" baseline="0">
                <a:solidFill>
                  <a:schemeClr val="tx1">
                    <a:lumMod val="65000"/>
                    <a:lumOff val="35000"/>
                  </a:schemeClr>
                </a:solidFill>
                <a:latin typeface="Brown" pitchFamily="2" charset="77"/>
              </a:defRPr>
            </a:lvl1pPr>
          </a:lstStyle>
          <a:p>
            <a:pPr marL="154791" marR="0" lvl="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Targeting the JOB TO BE DONE (</a:t>
            </a:r>
            <a:r>
              <a:rPr kumimoji="0" lang="en-US" sz="1300" b="0"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relieving pain and/or prevent further pain down the line)</a:t>
            </a: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 instead of a persona (</a:t>
            </a:r>
            <a:r>
              <a:rPr kumimoji="0" lang="en-US" sz="1300" b="0"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Which isn’t specific to a certain demographic)</a:t>
            </a:r>
            <a:endPar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endParaRPr>
          </a:p>
          <a:p>
            <a:pPr marL="154791" marR="0" lvl="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Targeting people who believe CBD can help them alleviate their pain (chronic or acute)</a:t>
            </a:r>
          </a:p>
          <a:p>
            <a:pPr marL="154791" marR="0" lvl="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Targeting people who want to alleviate muscle soreness from workouts and intense working</a:t>
            </a:r>
          </a:p>
          <a:p>
            <a:pPr marL="154791" marR="0" lvl="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Our product is gender neutral. </a:t>
            </a:r>
          </a:p>
          <a:p>
            <a:pPr marL="154791" marR="0" lvl="0" indent="-154791" algn="l" defTabSz="24766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en-US" altLang="ja-JP" sz="1300" b="0" i="0" u="none" strike="noStrike" kern="1200" cap="none" spc="0" normalizeH="0" baseline="0" noProof="0" dirty="0">
                <a:ln>
                  <a:noFill/>
                </a:ln>
                <a:solidFill>
                  <a:srgbClr val="000000">
                    <a:lumMod val="65000"/>
                    <a:lumOff val="35000"/>
                  </a:srgbClr>
                </a:solidFill>
                <a:effectLst/>
                <a:uLnTx/>
                <a:uFillTx/>
                <a:latin typeface="Brown" pitchFamily="2" charset="77"/>
                <a:ea typeface="游ゴシック" panose="020B0400000000000000" pitchFamily="34" charset="-128"/>
                <a:cs typeface="+mn-cs"/>
              </a:rPr>
              <a:t>We target customers that are attracted to our Scientific/Modern/Minimalistic/”Made in Japan” brand</a:t>
            </a:r>
          </a:p>
        </p:txBody>
      </p:sp>
      <p:sp>
        <p:nvSpPr>
          <p:cNvPr id="8" name="Espace réservé du texte 20">
            <a:extLst>
              <a:ext uri="{FF2B5EF4-FFF2-40B4-BE49-F238E27FC236}">
                <a16:creationId xmlns:a16="http://schemas.microsoft.com/office/drawing/2014/main" id="{37FEBD82-7548-D341-B4EA-EEDBAEFC5EEC}"/>
              </a:ext>
            </a:extLst>
          </p:cNvPr>
          <p:cNvSpPr>
            <a:spLocks noGrp="1"/>
          </p:cNvSpPr>
          <p:nvPr>
            <p:ph type="body" sz="quarter" idx="20" hasCustomPrompt="1"/>
          </p:nvPr>
        </p:nvSpPr>
        <p:spPr>
          <a:xfrm>
            <a:off x="1139928" y="1569884"/>
            <a:ext cx="3439887" cy="589126"/>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2329" b="1" i="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0"/>
              </a:spcBef>
              <a:spcAft>
                <a:spcPts val="0"/>
              </a:spcAft>
              <a:buClrTx/>
              <a:buSzTx/>
              <a:buFontTx/>
              <a:buNone/>
              <a:tabLst/>
              <a:defRPr/>
            </a:pPr>
            <a:r>
              <a:rPr kumimoji="0" lang="en-GB" sz="2275" b="1" i="0" u="none" strike="noStrike" kern="1200" cap="none" spc="0" normalizeH="0" baseline="0" noProof="0" dirty="0">
                <a:ln>
                  <a:noFill/>
                </a:ln>
                <a:solidFill>
                  <a:srgbClr val="000000">
                    <a:lumMod val="75000"/>
                    <a:lumOff val="25000"/>
                  </a:srgbClr>
                </a:solidFill>
                <a:effectLst/>
                <a:uLnTx/>
                <a:uFillTx/>
                <a:latin typeface="Brown" pitchFamily="2" charset="77"/>
                <a:ea typeface="+mn-ea"/>
                <a:cs typeface="+mn-cs"/>
              </a:rPr>
              <a:t>Catchy Main Title</a:t>
            </a:r>
          </a:p>
        </p:txBody>
      </p:sp>
      <p:sp>
        <p:nvSpPr>
          <p:cNvPr id="9" name="Espace réservé du texte 6">
            <a:extLst>
              <a:ext uri="{FF2B5EF4-FFF2-40B4-BE49-F238E27FC236}">
                <a16:creationId xmlns:a16="http://schemas.microsoft.com/office/drawing/2014/main" id="{8CA1C77B-DFA6-0E41-A959-224B152E1C96}"/>
              </a:ext>
            </a:extLst>
          </p:cNvPr>
          <p:cNvSpPr>
            <a:spLocks noGrp="1"/>
          </p:cNvSpPr>
          <p:nvPr>
            <p:ph type="body" sz="quarter" idx="30" hasCustomPrompt="1"/>
          </p:nvPr>
        </p:nvSpPr>
        <p:spPr>
          <a:xfrm>
            <a:off x="1139928" y="1218521"/>
            <a:ext cx="3439887" cy="347170"/>
          </a:xfrm>
          <a:prstGeom prst="rect">
            <a:avLst/>
          </a:prstGeom>
        </p:spPr>
        <p:txBody>
          <a:bodyPr/>
          <a:lstStyle>
            <a:lvl1pPr marL="0" marR="0" indent="0" algn="l" defTabSz="742755" rtl="0" eaLnBrk="1" fontAlgn="auto" latinLnBrk="0" hangingPunct="1">
              <a:lnSpc>
                <a:spcPct val="100000"/>
              </a:lnSpc>
              <a:spcBef>
                <a:spcPts val="325"/>
              </a:spcBef>
              <a:spcAft>
                <a:spcPts val="0"/>
              </a:spcAft>
              <a:buClrTx/>
              <a:buSzTx/>
              <a:buFontTx/>
              <a:buNone/>
              <a:tabLst/>
              <a:defRPr sz="1197" b="0" i="0" spc="330" baseline="0">
                <a:solidFill>
                  <a:schemeClr val="tx1">
                    <a:lumMod val="65000"/>
                    <a:lumOff val="35000"/>
                  </a:schemeClr>
                </a:solidFill>
                <a:latin typeface="Brown" pitchFamily="2" charset="77"/>
              </a:defRPr>
            </a:lvl1pPr>
          </a:lstStyle>
          <a:p>
            <a:pPr marL="0" marR="0" lvl="0" indent="0" algn="l" defTabSz="736882" rtl="0" eaLnBrk="1" fontAlgn="auto" latinLnBrk="0" hangingPunct="1">
              <a:lnSpc>
                <a:spcPct val="100000"/>
              </a:lnSpc>
              <a:spcBef>
                <a:spcPts val="403"/>
              </a:spcBef>
              <a:spcAft>
                <a:spcPts val="0"/>
              </a:spcAft>
              <a:buClrTx/>
              <a:buSzPct val="100000"/>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13" name="Espace réservé du texte 5">
            <a:extLst>
              <a:ext uri="{FF2B5EF4-FFF2-40B4-BE49-F238E27FC236}">
                <a16:creationId xmlns:a16="http://schemas.microsoft.com/office/drawing/2014/main" id="{CEE480DC-0262-B245-AB03-1FD9DC0C03C0}"/>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BASIC SLIDE COMPOSITION 8 </a:t>
            </a:r>
          </a:p>
        </p:txBody>
      </p:sp>
      <p:sp>
        <p:nvSpPr>
          <p:cNvPr id="14" name="ZoneTexte 13">
            <a:extLst>
              <a:ext uri="{FF2B5EF4-FFF2-40B4-BE49-F238E27FC236}">
                <a16:creationId xmlns:a16="http://schemas.microsoft.com/office/drawing/2014/main" id="{36CEC6B2-AC68-4A4E-9ACC-83E1EA51B36C}"/>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5" name="ZoneTexte 14">
            <a:extLst>
              <a:ext uri="{FF2B5EF4-FFF2-40B4-BE49-F238E27FC236}">
                <a16:creationId xmlns:a16="http://schemas.microsoft.com/office/drawing/2014/main" id="{1AAEF08A-0189-2642-95F7-AEF42E66B278}"/>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122534451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Disposition personnalisé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753FE9-5E25-8A4C-9821-510F161B324E}"/>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2" name="Espace réservé du texte 11">
            <a:extLst>
              <a:ext uri="{FF2B5EF4-FFF2-40B4-BE49-F238E27FC236}">
                <a16:creationId xmlns:a16="http://schemas.microsoft.com/office/drawing/2014/main" id="{169DCEC7-35B0-F841-971E-F68F1E248ABE}"/>
              </a:ext>
            </a:extLst>
          </p:cNvPr>
          <p:cNvSpPr>
            <a:spLocks noGrp="1"/>
          </p:cNvSpPr>
          <p:nvPr>
            <p:ph type="body" sz="quarter" idx="10" hasCustomPrompt="1"/>
          </p:nvPr>
        </p:nvSpPr>
        <p:spPr>
          <a:xfrm>
            <a:off x="1875779" y="1646511"/>
            <a:ext cx="7222066" cy="1541674"/>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956" b="1" i="0" baseline="0" smtClean="0">
                <a:solidFill>
                  <a:schemeClr val="tx1">
                    <a:lumMod val="75000"/>
                    <a:lumOff val="2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Transition slide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consectetur</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adipiscing</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do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eiusmod</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tempor</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incididunt</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ut</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labore</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et dolore magna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aliqua</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Ut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enim</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ad minim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veniam</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quis</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nostrud</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endParaRPr>
          </a:p>
        </p:txBody>
      </p:sp>
      <p:sp>
        <p:nvSpPr>
          <p:cNvPr id="7" name="Espace réservé du texte 11">
            <a:extLst>
              <a:ext uri="{FF2B5EF4-FFF2-40B4-BE49-F238E27FC236}">
                <a16:creationId xmlns:a16="http://schemas.microsoft.com/office/drawing/2014/main" id="{EC3DC731-5857-2543-A744-23833B77ADB7}"/>
              </a:ext>
            </a:extLst>
          </p:cNvPr>
          <p:cNvSpPr>
            <a:spLocks noGrp="1"/>
          </p:cNvSpPr>
          <p:nvPr>
            <p:ph type="body" sz="quarter" idx="12" hasCustomPrompt="1"/>
          </p:nvPr>
        </p:nvSpPr>
        <p:spPr>
          <a:xfrm>
            <a:off x="1860149" y="3412515"/>
            <a:ext cx="7222066" cy="1541674"/>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956" b="1" i="0" baseline="0">
                <a:solidFill>
                  <a:srgbClr val="729AA1"/>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Innovation Lorem ipsum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dolor</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sit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amet</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consectetur</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adipiscing</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elit</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sed</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do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eiusmod</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tempor</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729AA1"/>
                </a:solidFill>
                <a:effectLst/>
                <a:uLnTx/>
                <a:uFillTx/>
                <a:latin typeface="Brown" pitchFamily="2" charset="77"/>
                <a:ea typeface="+mn-ea"/>
                <a:cs typeface="+mn-cs"/>
              </a:rPr>
              <a:t>labore</a:t>
            </a:r>
            <a:r>
              <a:rPr kumimoji="0" lang="en-GB" sz="1950" b="1" i="0" u="none" strike="noStrike" kern="1200" cap="none" spc="0" normalizeH="0" baseline="0" noProof="0" dirty="0">
                <a:ln>
                  <a:noFill/>
                </a:ln>
                <a:solidFill>
                  <a:srgbClr val="729AA1"/>
                </a:solidFill>
                <a:effectLst/>
                <a:uLnTx/>
                <a:uFillTx/>
                <a:latin typeface="Brown" pitchFamily="2" charset="77"/>
                <a:ea typeface="+mn-ea"/>
                <a:cs typeface="+mn-cs"/>
              </a:rPr>
              <a:t> et.</a:t>
            </a:r>
          </a:p>
        </p:txBody>
      </p:sp>
      <p:sp>
        <p:nvSpPr>
          <p:cNvPr id="8" name="Espace réservé du texte 5">
            <a:extLst>
              <a:ext uri="{FF2B5EF4-FFF2-40B4-BE49-F238E27FC236}">
                <a16:creationId xmlns:a16="http://schemas.microsoft.com/office/drawing/2014/main" id="{B5A8B9A8-D7B2-8B4A-816D-D887A8C440DE}"/>
              </a:ext>
            </a:extLst>
          </p:cNvPr>
          <p:cNvSpPr>
            <a:spLocks noGrp="1"/>
          </p:cNvSpPr>
          <p:nvPr>
            <p:ph type="body" sz="quarter" idx="13"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Transition SLIDE COMPOSITION 1 </a:t>
            </a:r>
          </a:p>
        </p:txBody>
      </p:sp>
      <p:sp>
        <p:nvSpPr>
          <p:cNvPr id="9" name="ZoneTexte 8">
            <a:extLst>
              <a:ext uri="{FF2B5EF4-FFF2-40B4-BE49-F238E27FC236}">
                <a16:creationId xmlns:a16="http://schemas.microsoft.com/office/drawing/2014/main" id="{023E2A1C-D239-6C4F-99D4-CCDAFB155CF3}"/>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3" name="ZoneTexte 12">
            <a:extLst>
              <a:ext uri="{FF2B5EF4-FFF2-40B4-BE49-F238E27FC236}">
                <a16:creationId xmlns:a16="http://schemas.microsoft.com/office/drawing/2014/main" id="{8B47D73F-3D2F-AB44-9DCD-50B8DDA4B5F8}"/>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18881751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sposition personnalisé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853D3F-4191-8044-9D06-0B7D368419C8}"/>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7" name="Espace réservé du texte 11">
            <a:extLst>
              <a:ext uri="{FF2B5EF4-FFF2-40B4-BE49-F238E27FC236}">
                <a16:creationId xmlns:a16="http://schemas.microsoft.com/office/drawing/2014/main" id="{E8849DAF-0788-CC43-9F4D-3E67951FBDF5}"/>
              </a:ext>
            </a:extLst>
          </p:cNvPr>
          <p:cNvSpPr>
            <a:spLocks noGrp="1"/>
          </p:cNvSpPr>
          <p:nvPr>
            <p:ph type="body" sz="quarter" idx="10" hasCustomPrompt="1"/>
          </p:nvPr>
        </p:nvSpPr>
        <p:spPr>
          <a:xfrm>
            <a:off x="2400301" y="2658161"/>
            <a:ext cx="7222066" cy="1541674"/>
          </a:xfrm>
          <a:prstGeom prst="rect">
            <a:avLst/>
          </a:prstGeom>
        </p:spPr>
        <p:txBody>
          <a:bodyPr/>
          <a:lstStyle>
            <a:lvl1pPr marL="0" marR="0" indent="0" algn="ctr" defTabSz="742755" rtl="0" eaLnBrk="1" fontAlgn="auto" latinLnBrk="0" hangingPunct="1">
              <a:lnSpc>
                <a:spcPct val="100000"/>
              </a:lnSpc>
              <a:spcBef>
                <a:spcPts val="0"/>
              </a:spcBef>
              <a:spcAft>
                <a:spcPts val="0"/>
              </a:spcAft>
              <a:buClrTx/>
              <a:buSzTx/>
              <a:buFontTx/>
              <a:buNone/>
              <a:tabLst/>
              <a:defRPr lang="fr-FR" sz="1956" b="1" i="0" baseline="0" smtClean="0">
                <a:solidFill>
                  <a:schemeClr val="tx1">
                    <a:lumMod val="75000"/>
                    <a:lumOff val="2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Transition slide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consectetur</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adipiscing</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do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eiusmod</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tempor</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incididunt</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ut</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labore</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et dolore magna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aliqua</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p>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Ut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enim</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ad minim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veniam</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quis</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 </a:t>
            </a:r>
            <a:r>
              <a:rPr kumimoji="0" lang="en-GB" sz="1950" b="1" i="0" u="none" strike="noStrike" kern="1200" cap="none" spc="0" normalizeH="0" baseline="0" noProof="0" dirty="0" err="1">
                <a:ln>
                  <a:noFill/>
                </a:ln>
                <a:solidFill>
                  <a:srgbClr val="000000">
                    <a:lumMod val="65000"/>
                    <a:lumOff val="35000"/>
                  </a:srgbClr>
                </a:solidFill>
                <a:effectLst/>
                <a:uLnTx/>
                <a:uFillTx/>
                <a:latin typeface="Brown" pitchFamily="2" charset="77"/>
                <a:ea typeface="+mn-ea"/>
                <a:cs typeface="+mn-cs"/>
              </a:rPr>
              <a:t>nostrud</a:t>
            </a: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endParaRPr>
          </a:p>
        </p:txBody>
      </p:sp>
      <p:sp>
        <p:nvSpPr>
          <p:cNvPr id="10" name="Espace réservé du texte 20">
            <a:extLst>
              <a:ext uri="{FF2B5EF4-FFF2-40B4-BE49-F238E27FC236}">
                <a16:creationId xmlns:a16="http://schemas.microsoft.com/office/drawing/2014/main" id="{B1E3E661-126E-E040-8FFB-731AA3531BD9}"/>
              </a:ext>
            </a:extLst>
          </p:cNvPr>
          <p:cNvSpPr>
            <a:spLocks noGrp="1"/>
          </p:cNvSpPr>
          <p:nvPr>
            <p:ph type="body" sz="quarter" idx="21" hasCustomPrompt="1"/>
          </p:nvPr>
        </p:nvSpPr>
        <p:spPr>
          <a:xfrm>
            <a:off x="4341995" y="2173929"/>
            <a:ext cx="3338676" cy="295635"/>
          </a:xfrm>
          <a:prstGeom prst="rect">
            <a:avLst/>
          </a:prstGeom>
        </p:spPr>
        <p:txBody>
          <a:bodyPr/>
          <a:lstStyle>
            <a:lvl1pPr marL="0" marR="0" indent="0" algn="ctr" defTabSz="742755" rtl="0" eaLnBrk="1" fontAlgn="auto" latinLnBrk="0" hangingPunct="1">
              <a:lnSpc>
                <a:spcPct val="100000"/>
              </a:lnSpc>
              <a:spcBef>
                <a:spcPts val="325"/>
              </a:spcBef>
              <a:spcAft>
                <a:spcPts val="0"/>
              </a:spcAft>
              <a:buClrTx/>
              <a:buSzTx/>
              <a:buFontTx/>
              <a:buNone/>
              <a:tabLst/>
              <a:defRPr sz="1246" spc="330" baseline="0">
                <a:solidFill>
                  <a:schemeClr val="tx1">
                    <a:lumMod val="65000"/>
                    <a:lumOff val="35000"/>
                  </a:schemeClr>
                </a:solidFill>
                <a:latin typeface="Brown" pitchFamily="2" charset="77"/>
              </a:defRPr>
            </a:lvl1pPr>
            <a:lvl2pPr marL="0" marR="0" indent="0" algn="l" defTabSz="363411" rtl="0" eaLnBrk="1" fontAlgn="auto" latinLnBrk="0" hangingPunct="1">
              <a:lnSpc>
                <a:spcPct val="100000"/>
              </a:lnSpc>
              <a:spcBef>
                <a:spcPts val="403"/>
              </a:spcBef>
              <a:spcAft>
                <a:spcPts val="0"/>
              </a:spcAft>
              <a:buClrTx/>
              <a:buSzPct val="100000"/>
              <a:buFontTx/>
              <a:buNone/>
              <a:tabLst/>
              <a:defRPr/>
            </a:lvl2pPr>
          </a:lstStyle>
          <a:p>
            <a:pPr marL="0" marR="0" lvl="0" indent="0" algn="ctr" defTabSz="742755" rtl="0" eaLnBrk="1" fontAlgn="auto" latinLnBrk="0" hangingPunct="1">
              <a:lnSpc>
                <a:spcPct val="100000"/>
              </a:lnSpc>
              <a:spcBef>
                <a:spcPts val="325"/>
              </a:spcBef>
              <a:spcAft>
                <a:spcPts val="0"/>
              </a:spcAft>
              <a:buClrTx/>
              <a:buSzTx/>
              <a:buFontTx/>
              <a:buNone/>
              <a:tabLst/>
              <a:defRPr/>
            </a:pPr>
            <a:r>
              <a:rPr kumimoji="0" lang="fr-FR" sz="1192" b="0" i="0" u="none" strike="noStrike" kern="1200" cap="none" spc="325" normalizeH="0" baseline="0" noProof="0" dirty="0">
                <a:ln>
                  <a:noFill/>
                </a:ln>
                <a:solidFill>
                  <a:srgbClr val="000000">
                    <a:lumMod val="75000"/>
                    <a:lumOff val="25000"/>
                  </a:srgbClr>
                </a:solidFill>
                <a:effectLst/>
                <a:uLnTx/>
                <a:uFillTx/>
                <a:latin typeface="Brown" pitchFamily="2" charset="77"/>
                <a:ea typeface="+mn-ea"/>
                <a:cs typeface="+mn-cs"/>
              </a:rPr>
              <a:t>SUBTITLE</a:t>
            </a:r>
          </a:p>
        </p:txBody>
      </p:sp>
      <p:sp>
        <p:nvSpPr>
          <p:cNvPr id="8" name="Espace réservé du texte 5">
            <a:extLst>
              <a:ext uri="{FF2B5EF4-FFF2-40B4-BE49-F238E27FC236}">
                <a16:creationId xmlns:a16="http://schemas.microsoft.com/office/drawing/2014/main" id="{A4E554EC-D490-F74E-97A7-81C936AD0DB4}"/>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transition SLIDE COMPOSITION2 </a:t>
            </a:r>
          </a:p>
        </p:txBody>
      </p:sp>
      <p:sp>
        <p:nvSpPr>
          <p:cNvPr id="11" name="ZoneTexte 10">
            <a:extLst>
              <a:ext uri="{FF2B5EF4-FFF2-40B4-BE49-F238E27FC236}">
                <a16:creationId xmlns:a16="http://schemas.microsoft.com/office/drawing/2014/main" id="{458B9F02-4F70-4B48-B20B-276EBD5969C3}"/>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
        <p:nvSpPr>
          <p:cNvPr id="14" name="ZoneTexte 13">
            <a:extLst>
              <a:ext uri="{FF2B5EF4-FFF2-40B4-BE49-F238E27FC236}">
                <a16:creationId xmlns:a16="http://schemas.microsoft.com/office/drawing/2014/main" id="{ADDCC38D-D863-4D44-B8A4-68F81834BA6D}"/>
              </a:ext>
            </a:extLst>
          </p:cNvPr>
          <p:cNvSpPr txBox="1"/>
          <p:nvPr/>
        </p:nvSpPr>
        <p:spPr>
          <a:xfrm>
            <a:off x="9015610" y="6403769"/>
            <a:ext cx="2615396" cy="295002"/>
          </a:xfrm>
          <a:prstGeom prst="rect">
            <a:avLst/>
          </a:prstGeom>
        </p:spPr>
        <p:txBody>
          <a:bodyPr wrap="none" lIns="0" tIns="0" rIns="0" bIns="0" rtlCol="0" anchor="ctr" anchorCtr="0">
            <a:noAutofit/>
          </a:bodyPr>
          <a:lstStyle/>
          <a:p>
            <a:pPr algn="r"/>
            <a:fld id="{FA094B7F-545F-2F43-94BE-C484244EB6DF}" type="slidenum">
              <a:rPr lang="fr-FR" sz="800" b="0" spc="300" smtClean="0">
                <a:solidFill>
                  <a:schemeClr val="tx1">
                    <a:lumMod val="75000"/>
                    <a:lumOff val="25000"/>
                    <a:alpha val="80000"/>
                  </a:schemeClr>
                </a:solidFill>
                <a:latin typeface="Montserrat" panose="02000505000000020004" pitchFamily="2" charset="77"/>
              </a:rPr>
              <a:t>‹#›</a:t>
            </a:fld>
            <a:endParaRPr lang="fr-FR" sz="800" b="0" spc="300">
              <a:solidFill>
                <a:schemeClr val="tx1">
                  <a:lumMod val="75000"/>
                  <a:lumOff val="25000"/>
                  <a:alpha val="80000"/>
                </a:schemeClr>
              </a:solidFill>
              <a:latin typeface="Montserrat" panose="02000505000000020004" pitchFamily="2" charset="77"/>
            </a:endParaRPr>
          </a:p>
        </p:txBody>
      </p:sp>
    </p:spTree>
    <p:extLst>
      <p:ext uri="{BB962C8B-B14F-4D97-AF65-F5344CB8AC3E}">
        <p14:creationId xmlns:p14="http://schemas.microsoft.com/office/powerpoint/2010/main" val="103252447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Disposition personnalisée">
    <p:spTree>
      <p:nvGrpSpPr>
        <p:cNvPr id="1" name=""/>
        <p:cNvGrpSpPr/>
        <p:nvPr/>
      </p:nvGrpSpPr>
      <p:grpSpPr>
        <a:xfrm>
          <a:off x="0" y="0"/>
          <a:ext cx="0" cy="0"/>
          <a:chOff x="0" y="0"/>
          <a:chExt cx="0" cy="0"/>
        </a:xfrm>
      </p:grpSpPr>
      <p:sp>
        <p:nvSpPr>
          <p:cNvPr id="15" name="Espace réservé pour une image  14">
            <a:extLst>
              <a:ext uri="{FF2B5EF4-FFF2-40B4-BE49-F238E27FC236}">
                <a16:creationId xmlns:a16="http://schemas.microsoft.com/office/drawing/2014/main" id="{A97A86C9-35DB-C24A-BF88-1BB36E080A21}"/>
              </a:ext>
            </a:extLst>
          </p:cNvPr>
          <p:cNvSpPr>
            <a:spLocks noGrp="1"/>
          </p:cNvSpPr>
          <p:nvPr>
            <p:ph type="pic" sz="quarter" idx="10"/>
          </p:nvPr>
        </p:nvSpPr>
        <p:spPr>
          <a:xfrm>
            <a:off x="334961" y="339674"/>
            <a:ext cx="3028950" cy="3991036"/>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6" name="Espace réservé pour une image  14">
            <a:extLst>
              <a:ext uri="{FF2B5EF4-FFF2-40B4-BE49-F238E27FC236}">
                <a16:creationId xmlns:a16="http://schemas.microsoft.com/office/drawing/2014/main" id="{FE39F780-772B-B94A-A981-E1203A4E04A3}"/>
              </a:ext>
            </a:extLst>
          </p:cNvPr>
          <p:cNvSpPr>
            <a:spLocks noGrp="1"/>
          </p:cNvSpPr>
          <p:nvPr>
            <p:ph type="pic" sz="quarter" idx="11"/>
          </p:nvPr>
        </p:nvSpPr>
        <p:spPr>
          <a:xfrm>
            <a:off x="3486559" y="339674"/>
            <a:ext cx="2208453" cy="2789232"/>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7" name="Espace réservé pour une image  14">
            <a:extLst>
              <a:ext uri="{FF2B5EF4-FFF2-40B4-BE49-F238E27FC236}">
                <a16:creationId xmlns:a16="http://schemas.microsoft.com/office/drawing/2014/main" id="{CD0D050A-2C7A-D645-B6AC-A3109013CB1D}"/>
              </a:ext>
            </a:extLst>
          </p:cNvPr>
          <p:cNvSpPr>
            <a:spLocks noGrp="1"/>
          </p:cNvSpPr>
          <p:nvPr>
            <p:ph type="pic" sz="quarter" idx="12"/>
          </p:nvPr>
        </p:nvSpPr>
        <p:spPr>
          <a:xfrm>
            <a:off x="5819295" y="339674"/>
            <a:ext cx="2062993" cy="2789232"/>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8" name="Espace réservé pour une image  14">
            <a:extLst>
              <a:ext uri="{FF2B5EF4-FFF2-40B4-BE49-F238E27FC236}">
                <a16:creationId xmlns:a16="http://schemas.microsoft.com/office/drawing/2014/main" id="{D7ED237F-81D5-934F-8070-06310623112C}"/>
              </a:ext>
            </a:extLst>
          </p:cNvPr>
          <p:cNvSpPr>
            <a:spLocks noGrp="1"/>
          </p:cNvSpPr>
          <p:nvPr>
            <p:ph type="pic" sz="quarter" idx="13"/>
          </p:nvPr>
        </p:nvSpPr>
        <p:spPr>
          <a:xfrm>
            <a:off x="7997599" y="339674"/>
            <a:ext cx="1863339" cy="2789232"/>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19" name="Espace réservé pour une image  14">
            <a:extLst>
              <a:ext uri="{FF2B5EF4-FFF2-40B4-BE49-F238E27FC236}">
                <a16:creationId xmlns:a16="http://schemas.microsoft.com/office/drawing/2014/main" id="{0C03BE36-9A95-224B-9F90-FFA8161DCFC1}"/>
              </a:ext>
            </a:extLst>
          </p:cNvPr>
          <p:cNvSpPr>
            <a:spLocks noGrp="1"/>
          </p:cNvSpPr>
          <p:nvPr>
            <p:ph type="pic" sz="quarter" idx="14"/>
          </p:nvPr>
        </p:nvSpPr>
        <p:spPr>
          <a:xfrm>
            <a:off x="9997087" y="339674"/>
            <a:ext cx="1863339" cy="2789232"/>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0" name="Espace réservé pour une image  14">
            <a:extLst>
              <a:ext uri="{FF2B5EF4-FFF2-40B4-BE49-F238E27FC236}">
                <a16:creationId xmlns:a16="http://schemas.microsoft.com/office/drawing/2014/main" id="{2F45516E-40F5-304F-AD97-912966B30578}"/>
              </a:ext>
            </a:extLst>
          </p:cNvPr>
          <p:cNvSpPr>
            <a:spLocks noGrp="1"/>
          </p:cNvSpPr>
          <p:nvPr>
            <p:ph type="pic" sz="quarter" idx="15"/>
          </p:nvPr>
        </p:nvSpPr>
        <p:spPr>
          <a:xfrm>
            <a:off x="3491079" y="3256411"/>
            <a:ext cx="2390926" cy="3241226"/>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1" name="Espace réservé pour une image  14">
            <a:extLst>
              <a:ext uri="{FF2B5EF4-FFF2-40B4-BE49-F238E27FC236}">
                <a16:creationId xmlns:a16="http://schemas.microsoft.com/office/drawing/2014/main" id="{9EDD07DF-017E-D94A-9FDA-3F2FC1C4B607}"/>
              </a:ext>
            </a:extLst>
          </p:cNvPr>
          <p:cNvSpPr>
            <a:spLocks noGrp="1"/>
          </p:cNvSpPr>
          <p:nvPr>
            <p:ph type="pic" sz="quarter" idx="16"/>
          </p:nvPr>
        </p:nvSpPr>
        <p:spPr>
          <a:xfrm>
            <a:off x="334922" y="4453457"/>
            <a:ext cx="3028950" cy="204418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2" name="Espace réservé pour une image  14">
            <a:extLst>
              <a:ext uri="{FF2B5EF4-FFF2-40B4-BE49-F238E27FC236}">
                <a16:creationId xmlns:a16="http://schemas.microsoft.com/office/drawing/2014/main" id="{3E8A33EA-D1E6-844B-AE70-39CB311D8582}"/>
              </a:ext>
            </a:extLst>
          </p:cNvPr>
          <p:cNvSpPr>
            <a:spLocks noGrp="1"/>
          </p:cNvSpPr>
          <p:nvPr>
            <p:ph type="pic" sz="quarter" idx="17"/>
          </p:nvPr>
        </p:nvSpPr>
        <p:spPr>
          <a:xfrm>
            <a:off x="5986184" y="3249324"/>
            <a:ext cx="2511385" cy="1662160"/>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3" name="Espace réservé pour une image  14">
            <a:extLst>
              <a:ext uri="{FF2B5EF4-FFF2-40B4-BE49-F238E27FC236}">
                <a16:creationId xmlns:a16="http://schemas.microsoft.com/office/drawing/2014/main" id="{86D8AAFF-2442-B648-A533-63AD3217CD79}"/>
              </a:ext>
            </a:extLst>
          </p:cNvPr>
          <p:cNvSpPr>
            <a:spLocks noGrp="1"/>
          </p:cNvSpPr>
          <p:nvPr>
            <p:ph type="pic" sz="quarter" idx="18"/>
          </p:nvPr>
        </p:nvSpPr>
        <p:spPr>
          <a:xfrm>
            <a:off x="5986184" y="5021145"/>
            <a:ext cx="2511385" cy="1476493"/>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4" name="Espace réservé pour une image  14">
            <a:extLst>
              <a:ext uri="{FF2B5EF4-FFF2-40B4-BE49-F238E27FC236}">
                <a16:creationId xmlns:a16="http://schemas.microsoft.com/office/drawing/2014/main" id="{B0692AE2-2408-CC44-AAA1-4F5228B422EA}"/>
              </a:ext>
            </a:extLst>
          </p:cNvPr>
          <p:cNvSpPr>
            <a:spLocks noGrp="1"/>
          </p:cNvSpPr>
          <p:nvPr>
            <p:ph type="pic" sz="quarter" idx="19"/>
          </p:nvPr>
        </p:nvSpPr>
        <p:spPr>
          <a:xfrm>
            <a:off x="8623060" y="3242238"/>
            <a:ext cx="3233979" cy="3255399"/>
          </a:xfrm>
          <a:prstGeom prst="rect">
            <a:avLst/>
          </a:prstGeom>
          <a:pattFill prst="pct5">
            <a:fgClr>
              <a:schemeClr val="tx1">
                <a:lumMod val="75000"/>
                <a:lumOff val="25000"/>
              </a:schemeClr>
            </a:fgClr>
            <a:bgClr>
              <a:schemeClr val="bg1"/>
            </a:bgClr>
          </a:pattFill>
        </p:spPr>
        <p:txBody>
          <a:bodyPr/>
          <a:lstStyle/>
          <a:p>
            <a:r>
              <a:rPr lang="fr-FR"/>
              <a:t>Cliquez sur l'icône pour ajouter une image</a:t>
            </a:r>
          </a:p>
        </p:txBody>
      </p:sp>
      <p:sp>
        <p:nvSpPr>
          <p:cNvPr id="26" name="Espace réservé du texte 25">
            <a:extLst>
              <a:ext uri="{FF2B5EF4-FFF2-40B4-BE49-F238E27FC236}">
                <a16:creationId xmlns:a16="http://schemas.microsoft.com/office/drawing/2014/main" id="{88348A95-37BB-774C-A735-98F3103C0FD1}"/>
              </a:ext>
            </a:extLst>
          </p:cNvPr>
          <p:cNvSpPr>
            <a:spLocks noGrp="1"/>
          </p:cNvSpPr>
          <p:nvPr>
            <p:ph type="body" sz="quarter" idx="20" hasCustomPrompt="1"/>
          </p:nvPr>
        </p:nvSpPr>
        <p:spPr>
          <a:xfrm>
            <a:off x="334435" y="95236"/>
            <a:ext cx="5360578" cy="140738"/>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sz="655" b="0" i="0" spc="325" baseline="0">
                <a:solidFill>
                  <a:schemeClr val="tx1">
                    <a:lumMod val="75000"/>
                    <a:lumOff val="25000"/>
                  </a:schemeClr>
                </a:solidFill>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fr-FR" sz="650" b="0" i="0" u="none" strike="noStrike" kern="1200" cap="none" spc="163" normalizeH="0" baseline="0" noProof="0" dirty="0">
                <a:ln>
                  <a:noFill/>
                </a:ln>
                <a:solidFill>
                  <a:srgbClr val="7A5B58">
                    <a:lumMod val="25000"/>
                  </a:srgbClr>
                </a:solidFill>
                <a:effectLst/>
                <a:uLnTx/>
                <a:uFillTx/>
                <a:latin typeface="Brown" pitchFamily="2" charset="77"/>
                <a:ea typeface="+mn-ea"/>
                <a:cs typeface="+mn-cs"/>
              </a:rPr>
              <a:t>MOODBOARD     HIGH TECH      MINERAL     NATURAL</a:t>
            </a:r>
          </a:p>
        </p:txBody>
      </p:sp>
    </p:spTree>
    <p:extLst>
      <p:ext uri="{BB962C8B-B14F-4D97-AF65-F5344CB8AC3E}">
        <p14:creationId xmlns:p14="http://schemas.microsoft.com/office/powerpoint/2010/main" val="50853005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9_Disposition personnalisé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E61F466-A4FA-B64E-8C4F-83321FD39ADF}"/>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
        <p:nvSpPr>
          <p:cNvPr id="10" name="Espace réservé du texte 11">
            <a:extLst>
              <a:ext uri="{FF2B5EF4-FFF2-40B4-BE49-F238E27FC236}">
                <a16:creationId xmlns:a16="http://schemas.microsoft.com/office/drawing/2014/main" id="{1FBD8AA2-FD28-184D-A960-95EAA0DE95A0}"/>
              </a:ext>
            </a:extLst>
          </p:cNvPr>
          <p:cNvSpPr>
            <a:spLocks noGrp="1"/>
          </p:cNvSpPr>
          <p:nvPr>
            <p:ph type="body" sz="quarter" idx="10" hasCustomPrompt="1"/>
          </p:nvPr>
        </p:nvSpPr>
        <p:spPr>
          <a:xfrm>
            <a:off x="2371724" y="3043578"/>
            <a:ext cx="6477977" cy="385420"/>
          </a:xfrm>
          <a:prstGeom prst="rect">
            <a:avLst/>
          </a:prstGeom>
        </p:spPr>
        <p:txBody>
          <a:bodyPr/>
          <a:lstStyle>
            <a:lvl1pPr marL="0" marR="0" indent="0" algn="l" defTabSz="742755" rtl="0" eaLnBrk="1" fontAlgn="auto" latinLnBrk="0" hangingPunct="1">
              <a:lnSpc>
                <a:spcPct val="100000"/>
              </a:lnSpc>
              <a:spcBef>
                <a:spcPts val="0"/>
              </a:spcBef>
              <a:spcAft>
                <a:spcPts val="0"/>
              </a:spcAft>
              <a:buClrTx/>
              <a:buSzTx/>
              <a:buFontTx/>
              <a:buNone/>
              <a:tabLst/>
              <a:defRPr lang="fr-FR" sz="1956" b="1" i="0" baseline="0" smtClean="0">
                <a:solidFill>
                  <a:schemeClr val="tx1">
                    <a:lumMod val="75000"/>
                    <a:lumOff val="25000"/>
                  </a:schemeClr>
                </a:solidFill>
                <a:effectLst/>
                <a:latin typeface="Brown" pitchFamily="2" charset="77"/>
              </a:defRPr>
            </a:lvl1pPr>
          </a:lstStyle>
          <a:p>
            <a:pPr marL="0" marR="0" lvl="0" indent="0" algn="l" defTabSz="742755" rtl="0" eaLnBrk="1" fontAlgn="auto" latinLnBrk="0" hangingPunct="1">
              <a:lnSpc>
                <a:spcPct val="100000"/>
              </a:lnSpc>
              <a:spcBef>
                <a:spcPts val="0"/>
              </a:spcBef>
              <a:spcAft>
                <a:spcPts val="0"/>
              </a:spcAft>
              <a:buClrTx/>
              <a:buSzTx/>
              <a:buFontTx/>
              <a:buNone/>
              <a:tabLst/>
              <a:defRPr/>
            </a:pPr>
            <a:r>
              <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rPr>
              <a:t>Thank you for your attention!</a:t>
            </a:r>
          </a:p>
          <a:p>
            <a:pPr marL="0" marR="0" lvl="0" indent="0" algn="l" defTabSz="742755" rtl="0" eaLnBrk="1" fontAlgn="auto" latinLnBrk="0" hangingPunct="1">
              <a:lnSpc>
                <a:spcPct val="100000"/>
              </a:lnSpc>
              <a:spcBef>
                <a:spcPts val="0"/>
              </a:spcBef>
              <a:spcAft>
                <a:spcPts val="0"/>
              </a:spcAft>
              <a:buClrTx/>
              <a:buSzTx/>
              <a:buFontTx/>
              <a:buNone/>
              <a:tabLst/>
              <a:defRPr/>
            </a:pPr>
            <a:endParaRPr kumimoji="0" lang="en-GB" sz="1950" b="1" i="0" u="none" strike="noStrike" kern="1200" cap="none" spc="0" normalizeH="0" baseline="0" noProof="0" dirty="0">
              <a:ln>
                <a:noFill/>
              </a:ln>
              <a:solidFill>
                <a:srgbClr val="000000">
                  <a:lumMod val="65000"/>
                  <a:lumOff val="35000"/>
                </a:srgbClr>
              </a:solidFill>
              <a:effectLst/>
              <a:uLnTx/>
              <a:uFillTx/>
              <a:latin typeface="Brown" pitchFamily="2" charset="77"/>
              <a:ea typeface="+mn-ea"/>
              <a:cs typeface="+mn-cs"/>
            </a:endParaRPr>
          </a:p>
        </p:txBody>
      </p:sp>
      <p:sp>
        <p:nvSpPr>
          <p:cNvPr id="6" name="Espace réservé du texte 5">
            <a:extLst>
              <a:ext uri="{FF2B5EF4-FFF2-40B4-BE49-F238E27FC236}">
                <a16:creationId xmlns:a16="http://schemas.microsoft.com/office/drawing/2014/main" id="{99C740E1-72CA-8E40-89EA-804580BFDAA8}"/>
              </a:ext>
            </a:extLst>
          </p:cNvPr>
          <p:cNvSpPr>
            <a:spLocks noGrp="1"/>
          </p:cNvSpPr>
          <p:nvPr>
            <p:ph type="body" sz="quarter" idx="12" hasCustomPrompt="1"/>
          </p:nvPr>
        </p:nvSpPr>
        <p:spPr>
          <a:xfrm>
            <a:off x="508000" y="242123"/>
            <a:ext cx="5172576" cy="386499"/>
          </a:xfrm>
          <a:prstGeom prst="rect">
            <a:avLst/>
          </a:prstGeom>
        </p:spPr>
        <p:txBody>
          <a:bodyPr/>
          <a:lstStyle>
            <a:lvl1pPr>
              <a:defRPr sz="900" b="1" i="0" cap="all" spc="300" baseline="0">
                <a:solidFill>
                  <a:schemeClr val="tx1">
                    <a:lumMod val="65000"/>
                    <a:lumOff val="35000"/>
                  </a:schemeClr>
                </a:solidFill>
                <a:latin typeface="Brown" pitchFamily="2" charset="77"/>
              </a:defRPr>
            </a:lvl1pPr>
            <a:lvl2pPr>
              <a:defRPr sz="900" b="1" spc="300">
                <a:solidFill>
                  <a:schemeClr val="tx1">
                    <a:lumMod val="75000"/>
                    <a:lumOff val="25000"/>
                  </a:schemeClr>
                </a:solidFill>
              </a:defRPr>
            </a:lvl2pPr>
            <a:lvl3pPr>
              <a:defRPr sz="900" b="1" spc="300">
                <a:solidFill>
                  <a:schemeClr val="tx1">
                    <a:lumMod val="75000"/>
                    <a:lumOff val="25000"/>
                  </a:schemeClr>
                </a:solidFill>
              </a:defRPr>
            </a:lvl3pPr>
            <a:lvl4pPr>
              <a:defRPr sz="900" b="1" spc="300">
                <a:solidFill>
                  <a:schemeClr val="tx1">
                    <a:lumMod val="75000"/>
                    <a:lumOff val="25000"/>
                  </a:schemeClr>
                </a:solidFill>
              </a:defRPr>
            </a:lvl4pPr>
            <a:lvl5pPr>
              <a:defRPr sz="900" b="1" spc="300">
                <a:solidFill>
                  <a:schemeClr val="tx1">
                    <a:lumMod val="75000"/>
                    <a:lumOff val="25000"/>
                  </a:schemeClr>
                </a:solidFill>
              </a:defRPr>
            </a:lvl5pPr>
          </a:lstStyle>
          <a:p>
            <a:pPr lvl="0"/>
            <a:r>
              <a:rPr lang="fr-FR" dirty="0"/>
              <a:t>final SLIDE COMPOSITION </a:t>
            </a:r>
          </a:p>
        </p:txBody>
      </p:sp>
      <p:sp>
        <p:nvSpPr>
          <p:cNvPr id="7" name="ZoneTexte 6">
            <a:extLst>
              <a:ext uri="{FF2B5EF4-FFF2-40B4-BE49-F238E27FC236}">
                <a16:creationId xmlns:a16="http://schemas.microsoft.com/office/drawing/2014/main" id="{7B885A0F-EE26-724B-88A4-EFA6C1B9B9C2}"/>
              </a:ext>
            </a:extLst>
          </p:cNvPr>
          <p:cNvSpPr txBox="1"/>
          <p:nvPr/>
        </p:nvSpPr>
        <p:spPr>
          <a:xfrm>
            <a:off x="8986053" y="189092"/>
            <a:ext cx="2615396" cy="295002"/>
          </a:xfrm>
          <a:prstGeom prst="rect">
            <a:avLst/>
          </a:prstGeom>
        </p:spPr>
        <p:txBody>
          <a:bodyPr wrap="none" lIns="0" tIns="0" rIns="0" bIns="0" rtlCol="0" anchor="ctr" anchorCtr="0">
            <a:noAutofit/>
          </a:bodyPr>
          <a:lstStyle/>
          <a:p>
            <a:pPr algn="r"/>
            <a:r>
              <a:rPr lang="fr-FR" sz="800" b="0" spc="300">
                <a:solidFill>
                  <a:srgbClr val="4F7B80">
                    <a:alpha val="80000"/>
                  </a:srgbClr>
                </a:solidFill>
                <a:latin typeface="Montserrat" panose="02000505000000020004" pitchFamily="2" charset="77"/>
              </a:rPr>
              <a:t>STRICTLY</a:t>
            </a:r>
          </a:p>
          <a:p>
            <a:pPr algn="r"/>
            <a:r>
              <a:rPr lang="fr-FR" sz="800" b="0" spc="300">
                <a:solidFill>
                  <a:srgbClr val="4F7B80">
                    <a:alpha val="80000"/>
                  </a:srgbClr>
                </a:solidFill>
                <a:latin typeface="Montserrat" panose="02000505000000020004" pitchFamily="2" charset="77"/>
              </a:rPr>
              <a:t>CONFIDENTIAL</a:t>
            </a:r>
          </a:p>
        </p:txBody>
      </p:sp>
    </p:spTree>
    <p:extLst>
      <p:ext uri="{BB962C8B-B14F-4D97-AF65-F5344CB8AC3E}">
        <p14:creationId xmlns:p14="http://schemas.microsoft.com/office/powerpoint/2010/main" val="274843435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ar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13363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5_Disposition personnalisée">
    <p:spTree>
      <p:nvGrpSpPr>
        <p:cNvPr id="1" name=""/>
        <p:cNvGrpSpPr/>
        <p:nvPr/>
      </p:nvGrpSpPr>
      <p:grpSpPr>
        <a:xfrm>
          <a:off x="0" y="0"/>
          <a:ext cx="0" cy="0"/>
          <a:chOff x="0" y="0"/>
          <a:chExt cx="0" cy="0"/>
        </a:xfrm>
      </p:grpSpPr>
      <p:sp>
        <p:nvSpPr>
          <p:cNvPr id="11" name="Espace réservé du texte 13">
            <a:extLst>
              <a:ext uri="{FF2B5EF4-FFF2-40B4-BE49-F238E27FC236}">
                <a16:creationId xmlns:a16="http://schemas.microsoft.com/office/drawing/2014/main" id="{6BDB4E5A-C604-9B4E-BC9D-8EBDFFCD674E}"/>
              </a:ext>
            </a:extLst>
          </p:cNvPr>
          <p:cNvSpPr>
            <a:spLocks noGrp="1"/>
          </p:cNvSpPr>
          <p:nvPr>
            <p:ph type="body" sz="quarter" idx="11" hasCustomPrompt="1"/>
          </p:nvPr>
        </p:nvSpPr>
        <p:spPr>
          <a:xfrm>
            <a:off x="571499" y="231076"/>
            <a:ext cx="3600450" cy="359778"/>
          </a:xfrm>
          <a:prstGeom prst="rect">
            <a:avLst/>
          </a:prstGeom>
        </p:spPr>
        <p:txBody>
          <a:bodyPr/>
          <a:lstStyle>
            <a:lvl1pPr marL="0" marR="0" indent="0" algn="l" defTabSz="491255" rtl="0" eaLnBrk="1" fontAlgn="auto" latinLnBrk="0" hangingPunct="1">
              <a:lnSpc>
                <a:spcPct val="100000"/>
              </a:lnSpc>
              <a:spcBef>
                <a:spcPts val="269"/>
              </a:spcBef>
              <a:spcAft>
                <a:spcPts val="0"/>
              </a:spcAft>
              <a:buClrTx/>
              <a:buSzPct val="100000"/>
              <a:buFontTx/>
              <a:buNone/>
              <a:tabLst/>
              <a:defRPr sz="758" cap="all" spc="271" baseline="0">
                <a:solidFill>
                  <a:schemeClr val="tx1">
                    <a:lumMod val="65000"/>
                    <a:lumOff val="35000"/>
                  </a:schemeClr>
                </a:solidFill>
                <a:latin typeface="Montserrat SemiBold" panose="02000505000000020004" pitchFamily="2" charset="77"/>
              </a:defRPr>
            </a:lvl1pPr>
          </a:lstStyle>
          <a:p>
            <a:pPr marL="0" marR="0" lvl="0" indent="0" algn="l" defTabSz="491255" rtl="0" eaLnBrk="1" fontAlgn="auto" latinLnBrk="0" hangingPunct="1">
              <a:lnSpc>
                <a:spcPct val="100000"/>
              </a:lnSpc>
              <a:spcBef>
                <a:spcPts val="269"/>
              </a:spcBef>
              <a:spcAft>
                <a:spcPts val="0"/>
              </a:spcAft>
              <a:buClrTx/>
              <a:buSzPct val="100000"/>
              <a:buFontTx/>
              <a:buNone/>
              <a:tabLst/>
              <a:defRPr/>
            </a:pPr>
            <a:r>
              <a:rPr kumimoji="0" lang="en-US" sz="758" b="1" i="0" u="none" strike="noStrike" kern="1200" cap="none" spc="163" normalizeH="0" baseline="0" noProof="0" dirty="0">
                <a:ln>
                  <a:noFill/>
                </a:ln>
                <a:solidFill>
                  <a:srgbClr val="000000">
                    <a:lumMod val="75000"/>
                    <a:lumOff val="25000"/>
                    <a:alpha val="80000"/>
                  </a:srgbClr>
                </a:solidFill>
                <a:effectLst/>
                <a:uLnTx/>
                <a:uFillTx/>
                <a:latin typeface="Montserrat"/>
                <a:ea typeface="+mn-ea"/>
                <a:cs typeface="+mn-cs"/>
              </a:rPr>
              <a:t>BASIC SLIDE TITLE</a:t>
            </a:r>
          </a:p>
        </p:txBody>
      </p:sp>
      <p:sp>
        <p:nvSpPr>
          <p:cNvPr id="9" name="Rectangle 8">
            <a:extLst>
              <a:ext uri="{FF2B5EF4-FFF2-40B4-BE49-F238E27FC236}">
                <a16:creationId xmlns:a16="http://schemas.microsoft.com/office/drawing/2014/main" id="{740FA9FB-A6BA-AD43-B17A-3E6D7C1DCDD4}"/>
              </a:ext>
            </a:extLst>
          </p:cNvPr>
          <p:cNvSpPr/>
          <p:nvPr/>
        </p:nvSpPr>
        <p:spPr bwMode="auto">
          <a:xfrm>
            <a:off x="609599" y="620155"/>
            <a:ext cx="10991850" cy="5726857"/>
          </a:xfrm>
          <a:prstGeom prst="rect">
            <a:avLst/>
          </a:prstGeom>
          <a:solidFill>
            <a:srgbClr val="F8F6F3">
              <a:alpha val="51765"/>
            </a:srgbClr>
          </a:solidFill>
          <a:ln>
            <a:noFill/>
          </a:ln>
        </p:spPr>
        <p:txBody>
          <a:bodyPr vert="horz" wrap="square" lIns="49530" tIns="24765" rIns="49530" bIns="24765" numCol="1" rtlCol="0" anchor="t" anchorCtr="0" compatLnSpc="1">
            <a:prstTxWarp prst="textNoShape">
              <a:avLst/>
            </a:prstTxWarp>
          </a:bodyPr>
          <a:lstStyle/>
          <a:p>
            <a:pPr algn="ctr"/>
            <a:endParaRPr lang="fr-FR" sz="858"/>
          </a:p>
        </p:txBody>
      </p:sp>
    </p:spTree>
    <p:extLst>
      <p:ext uri="{BB962C8B-B14F-4D97-AF65-F5344CB8AC3E}">
        <p14:creationId xmlns:p14="http://schemas.microsoft.com/office/powerpoint/2010/main" val="134597000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
        <p:nvSpPr>
          <p:cNvPr id="2" name="Rectángulo 3">
            <a:extLst>
              <a:ext uri="{FF2B5EF4-FFF2-40B4-BE49-F238E27FC236}">
                <a16:creationId xmlns:a16="http://schemas.microsoft.com/office/drawing/2014/main" id="{5D3F3007-73A3-58EA-9AF5-F4733620EF8F}"/>
              </a:ext>
            </a:extLst>
          </p:cNvPr>
          <p:cNvSpPr/>
          <p:nvPr userDrawn="1"/>
        </p:nvSpPr>
        <p:spPr>
          <a:xfrm>
            <a:off x="371475" y="6451600"/>
            <a:ext cx="1645584" cy="2494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Tree>
    <p:extLst>
      <p:ext uri="{BB962C8B-B14F-4D97-AF65-F5344CB8AC3E}">
        <p14:creationId xmlns:p14="http://schemas.microsoft.com/office/powerpoint/2010/main" val="3037972328"/>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nical Center">
    <p:bg>
      <p:bgPr>
        <a:gradFill>
          <a:gsLst>
            <a:gs pos="91000">
              <a:schemeClr val="bg2">
                <a:lumMod val="25000"/>
              </a:schemeClr>
            </a:gs>
            <a:gs pos="14000">
              <a:srgbClr val="231815"/>
            </a:gs>
          </a:gsLst>
          <a:lin ang="5400000" scaled="1"/>
        </a:gradFill>
        <a:effectLst/>
      </p:bgPr>
    </p:bg>
    <p:spTree>
      <p:nvGrpSpPr>
        <p:cNvPr id="1" name=""/>
        <p:cNvGrpSpPr/>
        <p:nvPr/>
      </p:nvGrpSpPr>
      <p:grpSpPr>
        <a:xfrm>
          <a:off x="0" y="0"/>
          <a:ext cx="0" cy="0"/>
          <a:chOff x="0" y="0"/>
          <a:chExt cx="0" cy="0"/>
        </a:xfrm>
      </p:grpSpPr>
      <p:pic>
        <p:nvPicPr>
          <p:cNvPr id="4" name="Picture 3" descr="A red and white logo&#10;&#10;Description automatically generated">
            <a:extLst>
              <a:ext uri="{FF2B5EF4-FFF2-40B4-BE49-F238E27FC236}">
                <a16:creationId xmlns:a16="http://schemas.microsoft.com/office/drawing/2014/main" id="{340F8A06-C5B1-3E6A-D4C2-7FC49C6299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75726" y="193019"/>
            <a:ext cx="895155" cy="271104"/>
          </a:xfrm>
          <a:prstGeom prst="rect">
            <a:avLst/>
          </a:prstGeom>
        </p:spPr>
      </p:pic>
      <p:sp>
        <p:nvSpPr>
          <p:cNvPr id="6" name="TextBox 5">
            <a:extLst>
              <a:ext uri="{FF2B5EF4-FFF2-40B4-BE49-F238E27FC236}">
                <a16:creationId xmlns:a16="http://schemas.microsoft.com/office/drawing/2014/main" id="{B9B6F80B-6C80-378E-3412-31C28FE2CA95}"/>
              </a:ext>
            </a:extLst>
          </p:cNvPr>
          <p:cNvSpPr txBox="1"/>
          <p:nvPr userDrawn="1"/>
        </p:nvSpPr>
        <p:spPr>
          <a:xfrm>
            <a:off x="11136565" y="-16623"/>
            <a:ext cx="963951" cy="215444"/>
          </a:xfrm>
          <a:prstGeom prst="rect">
            <a:avLst/>
          </a:prstGeom>
          <a:noFill/>
        </p:spPr>
        <p:txBody>
          <a:bodyPr wrap="square" rtlCol="0">
            <a:spAutoFit/>
          </a:bodyPr>
          <a:lstStyle/>
          <a:p>
            <a:pPr algn="r"/>
            <a:fld id="{F3F42164-6357-4427-8C27-ADE0D4140584}" type="datetime4">
              <a:rPr lang="en-GB" sz="800" smtClean="0">
                <a:solidFill>
                  <a:schemeClr val="bg1"/>
                </a:solidFill>
              </a:rPr>
              <a:t>18 March 2026</a:t>
            </a:fld>
            <a:endParaRPr lang="en-FI" sz="800" dirty="0">
              <a:solidFill>
                <a:schemeClr val="bg1"/>
              </a:solidFill>
            </a:endParaRPr>
          </a:p>
        </p:txBody>
      </p:sp>
      <p:sp>
        <p:nvSpPr>
          <p:cNvPr id="8" name="Text Placeholder 11">
            <a:extLst>
              <a:ext uri="{FF2B5EF4-FFF2-40B4-BE49-F238E27FC236}">
                <a16:creationId xmlns:a16="http://schemas.microsoft.com/office/drawing/2014/main" id="{396B7AEC-BF1C-A0DD-BE26-86846B90FDA6}"/>
              </a:ext>
            </a:extLst>
          </p:cNvPr>
          <p:cNvSpPr>
            <a:spLocks noGrp="1"/>
          </p:cNvSpPr>
          <p:nvPr>
            <p:ph type="body" sz="quarter" idx="10"/>
          </p:nvPr>
        </p:nvSpPr>
        <p:spPr>
          <a:xfrm>
            <a:off x="125412" y="157507"/>
            <a:ext cx="10972377" cy="386774"/>
          </a:xfrm>
          <a:prstGeom prst="rect">
            <a:avLst/>
          </a:prstGeom>
        </p:spPr>
        <p:txBody>
          <a:bodyPr/>
          <a:lstStyle>
            <a:lvl1pPr>
              <a:defRPr sz="2000">
                <a:solidFill>
                  <a:schemeClr val="bg1"/>
                </a:solidFill>
              </a:defRPr>
            </a:lvl1pPr>
            <a:lvl2pPr>
              <a:defRPr sz="2000"/>
            </a:lvl2pPr>
            <a:lvl3pPr>
              <a:defRPr sz="2000"/>
            </a:lvl3pPr>
            <a:lvl4pPr>
              <a:defRPr sz="2000"/>
            </a:lvl4pPr>
            <a:lvl5pPr>
              <a:defRPr sz="2000"/>
            </a:lvl5pPr>
          </a:lstStyle>
          <a:p>
            <a:pPr lvl="0"/>
            <a:r>
              <a:rPr lang="en-US" dirty="0"/>
              <a:t>Click to edit Master text styles</a:t>
            </a:r>
            <a:endParaRPr lang="en-FI" dirty="0"/>
          </a:p>
        </p:txBody>
      </p:sp>
    </p:spTree>
    <p:extLst>
      <p:ext uri="{BB962C8B-B14F-4D97-AF65-F5344CB8AC3E}">
        <p14:creationId xmlns:p14="http://schemas.microsoft.com/office/powerpoint/2010/main" val="277841421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 red and black logo&#10;&#10;Description automatically generated">
            <a:extLst>
              <a:ext uri="{FF2B5EF4-FFF2-40B4-BE49-F238E27FC236}">
                <a16:creationId xmlns:a16="http://schemas.microsoft.com/office/drawing/2014/main" id="{701AD94F-F191-2915-D256-0E7248ED0B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57207" y="194549"/>
            <a:ext cx="872930" cy="263759"/>
          </a:xfrm>
          <a:prstGeom prst="rect">
            <a:avLst/>
          </a:prstGeom>
        </p:spPr>
      </p:pic>
      <p:pic>
        <p:nvPicPr>
          <p:cNvPr id="5" name="Picture 4" descr="A wreath of flags with text&#10;&#10;Description automatically generated">
            <a:extLst>
              <a:ext uri="{FF2B5EF4-FFF2-40B4-BE49-F238E27FC236}">
                <a16:creationId xmlns:a16="http://schemas.microsoft.com/office/drawing/2014/main" id="{9AD0ED08-742C-2FAB-7838-7D91E26222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71319" y="55953"/>
            <a:ext cx="590565" cy="540953"/>
          </a:xfrm>
          <a:prstGeom prst="rect">
            <a:avLst/>
          </a:prstGeom>
        </p:spPr>
      </p:pic>
      <p:pic>
        <p:nvPicPr>
          <p:cNvPr id="7" name="Picture 6" descr="A wreath of flags with text&#10;&#10;Description automatically generated">
            <a:extLst>
              <a:ext uri="{FF2B5EF4-FFF2-40B4-BE49-F238E27FC236}">
                <a16:creationId xmlns:a16="http://schemas.microsoft.com/office/drawing/2014/main" id="{EAFEF0A8-4752-9E60-EF4F-6FD273FDF15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601147" y="55953"/>
            <a:ext cx="590853" cy="540953"/>
          </a:xfrm>
          <a:prstGeom prst="rect">
            <a:avLst/>
          </a:prstGeom>
        </p:spPr>
      </p:pic>
      <p:pic>
        <p:nvPicPr>
          <p:cNvPr id="8" name="Picture 7" descr="A wreath of flags with text&#10;&#10;Description automatically generated">
            <a:extLst>
              <a:ext uri="{FF2B5EF4-FFF2-40B4-BE49-F238E27FC236}">
                <a16:creationId xmlns:a16="http://schemas.microsoft.com/office/drawing/2014/main" id="{08C4473A-99CD-165C-40BF-2B5DA67378B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86233" y="55953"/>
            <a:ext cx="590565" cy="540953"/>
          </a:xfrm>
          <a:prstGeom prst="rect">
            <a:avLst/>
          </a:prstGeom>
        </p:spPr>
      </p:pic>
      <p:sp>
        <p:nvSpPr>
          <p:cNvPr id="12" name="Text Placeholder 11">
            <a:extLst>
              <a:ext uri="{FF2B5EF4-FFF2-40B4-BE49-F238E27FC236}">
                <a16:creationId xmlns:a16="http://schemas.microsoft.com/office/drawing/2014/main" id="{951D6F88-DF74-8DF0-39A3-CB34EFE50F7B}"/>
              </a:ext>
            </a:extLst>
          </p:cNvPr>
          <p:cNvSpPr>
            <a:spLocks noGrp="1"/>
          </p:cNvSpPr>
          <p:nvPr>
            <p:ph type="body" sz="quarter" idx="10"/>
          </p:nvPr>
        </p:nvSpPr>
        <p:spPr>
          <a:xfrm>
            <a:off x="125413" y="157507"/>
            <a:ext cx="9290050" cy="386774"/>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p:txBody>
      </p:sp>
      <p:sp>
        <p:nvSpPr>
          <p:cNvPr id="2" name="Text Placeholder 11">
            <a:extLst>
              <a:ext uri="{FF2B5EF4-FFF2-40B4-BE49-F238E27FC236}">
                <a16:creationId xmlns:a16="http://schemas.microsoft.com/office/drawing/2014/main" id="{FA3C5A52-403C-9BAF-0AAA-B06FB2BCCF1A}"/>
              </a:ext>
            </a:extLst>
          </p:cNvPr>
          <p:cNvSpPr>
            <a:spLocks noGrp="1"/>
          </p:cNvSpPr>
          <p:nvPr>
            <p:ph type="body" sz="quarter" idx="11" hasCustomPrompt="1"/>
          </p:nvPr>
        </p:nvSpPr>
        <p:spPr>
          <a:xfrm>
            <a:off x="9481072" y="0"/>
            <a:ext cx="1019656" cy="190053"/>
          </a:xfrm>
          <a:prstGeom prst="rect">
            <a:avLst/>
          </a:prstGeom>
        </p:spPr>
        <p:txBody>
          <a:bodyPr/>
          <a:lstStyle>
            <a:lvl1pPr algn="r">
              <a:defRPr sz="800"/>
            </a:lvl1pPr>
            <a:lvl2pPr>
              <a:defRPr sz="2000"/>
            </a:lvl2pPr>
            <a:lvl3pPr>
              <a:defRPr sz="2000"/>
            </a:lvl3pPr>
            <a:lvl4pPr>
              <a:defRPr sz="2000"/>
            </a:lvl4pPr>
            <a:lvl5pPr>
              <a:defRPr sz="2000"/>
            </a:lvl5pPr>
          </a:lstStyle>
          <a:p>
            <a:pPr lvl="0"/>
            <a:r>
              <a:rPr lang="en-US" dirty="0"/>
              <a:t>date/month/year</a:t>
            </a:r>
            <a:endParaRPr lang="en-FI" dirty="0"/>
          </a:p>
        </p:txBody>
      </p:sp>
    </p:spTree>
    <p:extLst>
      <p:ext uri="{BB962C8B-B14F-4D97-AF65-F5344CB8AC3E}">
        <p14:creationId xmlns:p14="http://schemas.microsoft.com/office/powerpoint/2010/main" val="1774289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_2">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448216" y="6598599"/>
            <a:ext cx="2743200" cy="249385"/>
          </a:xfrm>
          <a:prstGeom prst="rect">
            <a:avLst/>
          </a:prstGeom>
        </p:spPr>
        <p:txBody>
          <a:bodyPr anchor="t"/>
          <a:lstStyle>
            <a:lvl1pPr>
              <a:defRPr>
                <a:latin typeface="+mn-lt"/>
              </a:defRPr>
            </a:lvl1pPr>
          </a:lstStyle>
          <a:p>
            <a:endParaRPr lang="en-GB" dirty="0"/>
          </a:p>
        </p:txBody>
      </p:sp>
    </p:spTree>
    <p:extLst>
      <p:ext uri="{BB962C8B-B14F-4D97-AF65-F5344CB8AC3E}">
        <p14:creationId xmlns:p14="http://schemas.microsoft.com/office/powerpoint/2010/main" val="135760393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4" name="Picture 2" descr="A red and black logo&#10;&#10;Description automatically generated">
            <a:extLst>
              <a:ext uri="{FF2B5EF4-FFF2-40B4-BE49-F238E27FC236}">
                <a16:creationId xmlns:a16="http://schemas.microsoft.com/office/drawing/2014/main" id="{9A75E878-EBA0-AF09-81B8-F51F960C43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82076" y="194549"/>
            <a:ext cx="872930" cy="263759"/>
          </a:xfrm>
          <a:prstGeom prst="rect">
            <a:avLst/>
          </a:prstGeom>
        </p:spPr>
      </p:pic>
      <p:sp>
        <p:nvSpPr>
          <p:cNvPr id="10" name="Text Placeholder 11">
            <a:extLst>
              <a:ext uri="{FF2B5EF4-FFF2-40B4-BE49-F238E27FC236}">
                <a16:creationId xmlns:a16="http://schemas.microsoft.com/office/drawing/2014/main" id="{DFB04FB3-3387-2254-D275-CE3BAAAFDB21}"/>
              </a:ext>
            </a:extLst>
          </p:cNvPr>
          <p:cNvSpPr>
            <a:spLocks noGrp="1"/>
          </p:cNvSpPr>
          <p:nvPr>
            <p:ph type="body" sz="quarter" idx="11" hasCustomPrompt="1"/>
          </p:nvPr>
        </p:nvSpPr>
        <p:spPr>
          <a:xfrm>
            <a:off x="771525" y="903288"/>
            <a:ext cx="10326262" cy="5379177"/>
          </a:xfrm>
          <a:prstGeom prst="rect">
            <a:avLst/>
          </a:prstGeom>
        </p:spPr>
        <p:txBody>
          <a:bodyPr>
            <a:noAutofit/>
          </a:bodyPr>
          <a:lstStyle>
            <a:lvl1pPr algn="l">
              <a:defRPr lang="ja-JP" altLang="en-US" sz="1400" b="1" smtClean="0"/>
            </a:lvl1pPr>
            <a:lvl2pPr algn="l">
              <a:defRPr lang="ja-JP" altLang="en-US" smtClean="0"/>
            </a:lvl2pPr>
            <a:lvl3pPr algn="l">
              <a:defRPr lang="ja-JP" altLang="en-US" smtClean="0"/>
            </a:lvl3pPr>
            <a:lvl4pPr algn="l">
              <a:defRPr lang="ja-JP" altLang="en-US" smtClean="0"/>
            </a:lvl4pPr>
            <a:lvl5pPr algn="l">
              <a:defRPr lang="en-FI" dirty="0"/>
            </a:lvl5pPr>
          </a:lstStyle>
          <a:p>
            <a:pPr lvl="0">
              <a:spcBef>
                <a:spcPts val="1200"/>
              </a:spcBef>
            </a:pPr>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FI" dirty="0"/>
          </a:p>
        </p:txBody>
      </p:sp>
      <p:sp>
        <p:nvSpPr>
          <p:cNvPr id="2" name="Text Placeholder 11">
            <a:extLst>
              <a:ext uri="{FF2B5EF4-FFF2-40B4-BE49-F238E27FC236}">
                <a16:creationId xmlns:a16="http://schemas.microsoft.com/office/drawing/2014/main" id="{668EBCC2-DE68-0A41-ABBD-03657480AA51}"/>
              </a:ext>
            </a:extLst>
          </p:cNvPr>
          <p:cNvSpPr>
            <a:spLocks noGrp="1"/>
          </p:cNvSpPr>
          <p:nvPr>
            <p:ph type="body" sz="quarter" idx="12"/>
          </p:nvPr>
        </p:nvSpPr>
        <p:spPr>
          <a:xfrm>
            <a:off x="125412" y="157507"/>
            <a:ext cx="10972377" cy="386774"/>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endParaRPr lang="en-FI" dirty="0"/>
          </a:p>
        </p:txBody>
      </p:sp>
    </p:spTree>
    <p:extLst>
      <p:ext uri="{BB962C8B-B14F-4D97-AF65-F5344CB8AC3E}">
        <p14:creationId xmlns:p14="http://schemas.microsoft.com/office/powerpoint/2010/main" val="153309644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タイトル スライド">
    <p:spTree>
      <p:nvGrpSpPr>
        <p:cNvPr id="1" name=""/>
        <p:cNvGrpSpPr/>
        <p:nvPr/>
      </p:nvGrpSpPr>
      <p:grpSpPr>
        <a:xfrm>
          <a:off x="0" y="0"/>
          <a:ext cx="0" cy="0"/>
          <a:chOff x="0" y="0"/>
          <a:chExt cx="0" cy="0"/>
        </a:xfrm>
      </p:grpSpPr>
      <p:graphicFrame>
        <p:nvGraphicFramePr>
          <p:cNvPr id="463889" name="Rectangle 17" hidden="1"/>
          <p:cNvGraphicFramePr>
            <a:graphicFrameLocks/>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463889" name="Rectangle 17"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図 8">
            <a:extLst>
              <a:ext uri="{FF2B5EF4-FFF2-40B4-BE49-F238E27FC236}">
                <a16:creationId xmlns:a16="http://schemas.microsoft.com/office/drawing/2014/main" id="{608D8F37-8FB0-2129-87CB-C75DE7AFABA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383" y="195004"/>
            <a:ext cx="1585994" cy="516370"/>
          </a:xfrm>
          <a:prstGeom prst="rect">
            <a:avLst/>
          </a:prstGeom>
          <a:ln>
            <a:noFill/>
          </a:ln>
        </p:spPr>
      </p:pic>
      <p:pic>
        <p:nvPicPr>
          <p:cNvPr id="4" name="Picture 2" descr="A red and black logo&#10;&#10;Description automatically generated">
            <a:extLst>
              <a:ext uri="{FF2B5EF4-FFF2-40B4-BE49-F238E27FC236}">
                <a16:creationId xmlns:a16="http://schemas.microsoft.com/office/drawing/2014/main" id="{DA247201-79B9-0948-5170-CC774149110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469012" y="194549"/>
            <a:ext cx="1585994" cy="479214"/>
          </a:xfrm>
          <a:prstGeom prst="rect">
            <a:avLst/>
          </a:prstGeom>
        </p:spPr>
      </p:pic>
      <p:sp>
        <p:nvSpPr>
          <p:cNvPr id="2" name="スライド番号プレースホルダー 5">
            <a:extLst>
              <a:ext uri="{FF2B5EF4-FFF2-40B4-BE49-F238E27FC236}">
                <a16:creationId xmlns:a16="http://schemas.microsoft.com/office/drawing/2014/main" id="{7F6B8345-BBBC-1B7A-5290-6FEB9FF4A6F6}"/>
              </a:ext>
            </a:extLst>
          </p:cNvPr>
          <p:cNvSpPr>
            <a:spLocks noGrp="1"/>
          </p:cNvSpPr>
          <p:nvPr>
            <p:ph type="sldNum" sz="quarter" idx="12"/>
          </p:nvPr>
        </p:nvSpPr>
        <p:spPr>
          <a:xfrm>
            <a:off x="9448216" y="6598599"/>
            <a:ext cx="2743200" cy="249385"/>
          </a:xfrm>
          <a:prstGeom prst="rect">
            <a:avLst/>
          </a:prstGeom>
        </p:spPr>
        <p:txBody>
          <a:bodyPr/>
          <a:lstStyle>
            <a:lvl1pPr algn="r">
              <a:defRPr sz="1200">
                <a:solidFill>
                  <a:schemeClr val="tx1"/>
                </a:solidFill>
                <a:latin typeface="+mj-lt"/>
                <a:ea typeface="Meiryo UI" panose="020B0604030504040204" pitchFamily="50" charset="-128"/>
              </a:defRPr>
            </a:lvl1pPr>
          </a:lstStyle>
          <a:p>
            <a:fld id="{1B5E06C8-4CCE-445E-BB25-07CA23AD9097}" type="slidenum">
              <a:rPr lang="ja-JP" altLang="en-US" smtClean="0"/>
              <a:pPr/>
              <a:t>‹#›</a:t>
            </a:fld>
            <a:endParaRPr lang="ja-JP" altLang="en-US"/>
          </a:p>
        </p:txBody>
      </p:sp>
    </p:spTree>
    <p:extLst>
      <p:ext uri="{BB962C8B-B14F-4D97-AF65-F5344CB8AC3E}">
        <p14:creationId xmlns:p14="http://schemas.microsoft.com/office/powerpoint/2010/main" val="290064709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11" name="Rectangle 3"/>
          <p:cNvSpPr>
            <a:spLocks noGrp="1" noChangeArrowheads="1"/>
          </p:cNvSpPr>
          <p:nvPr>
            <p:ph type="title"/>
          </p:nvPr>
        </p:nvSpPr>
        <p:spPr bwMode="auto">
          <a:xfrm>
            <a:off x="125413" y="138113"/>
            <a:ext cx="11000856" cy="406168"/>
          </a:xfrm>
          <a:prstGeom prst="rect">
            <a:avLst/>
          </a:prstGeom>
          <a:noFill/>
          <a:ln>
            <a:noFill/>
          </a:ln>
          <a:effectLst/>
        </p:spPr>
        <p:txBody>
          <a:bodyPr/>
          <a:lstStyle>
            <a:lvl1pPr>
              <a:defRPr sz="1800" b="0">
                <a:solidFill>
                  <a:schemeClr val="tx1"/>
                </a:solidFill>
              </a:defRPr>
            </a:lvl1pPr>
          </a:lstStyle>
          <a:p>
            <a:pPr lvl="0"/>
            <a:r>
              <a:rPr lang="ja-JP" altLang="en-US"/>
              <a:t>マスター タイトルの書式設定</a:t>
            </a:r>
            <a:endParaRPr lang="en-GB" dirty="0"/>
          </a:p>
        </p:txBody>
      </p:sp>
      <p:pic>
        <p:nvPicPr>
          <p:cNvPr id="2" name="Picture 2" descr="A red and black logo&#10;&#10;Description automatically generated">
            <a:extLst>
              <a:ext uri="{FF2B5EF4-FFF2-40B4-BE49-F238E27FC236}">
                <a16:creationId xmlns:a16="http://schemas.microsoft.com/office/drawing/2014/main" id="{400EC8D7-6DC9-1605-F404-BE42B7E8F98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82076" y="194549"/>
            <a:ext cx="872930" cy="263759"/>
          </a:xfrm>
          <a:prstGeom prst="rect">
            <a:avLst/>
          </a:prstGeom>
        </p:spPr>
      </p:pic>
      <p:sp>
        <p:nvSpPr>
          <p:cNvPr id="12" name="Text Placeholder 11">
            <a:extLst>
              <a:ext uri="{FF2B5EF4-FFF2-40B4-BE49-F238E27FC236}">
                <a16:creationId xmlns:a16="http://schemas.microsoft.com/office/drawing/2014/main" id="{63AC8FD2-8097-2400-BA1E-5C2A5A1A5C2A}"/>
              </a:ext>
            </a:extLst>
          </p:cNvPr>
          <p:cNvSpPr>
            <a:spLocks noGrp="1"/>
          </p:cNvSpPr>
          <p:nvPr>
            <p:ph type="body" sz="quarter" idx="11" hasCustomPrompt="1"/>
          </p:nvPr>
        </p:nvSpPr>
        <p:spPr>
          <a:xfrm>
            <a:off x="11046932" y="0"/>
            <a:ext cx="1019656" cy="190053"/>
          </a:xfrm>
          <a:prstGeom prst="rect">
            <a:avLst/>
          </a:prstGeom>
        </p:spPr>
        <p:txBody>
          <a:bodyPr/>
          <a:lstStyle>
            <a:lvl1pPr marL="0" indent="0" algn="r">
              <a:buNone/>
              <a:defRPr sz="800"/>
            </a:lvl1pPr>
            <a:lvl2pPr>
              <a:defRPr sz="2000"/>
            </a:lvl2pPr>
            <a:lvl3pPr>
              <a:defRPr sz="2000"/>
            </a:lvl3pPr>
            <a:lvl4pPr>
              <a:defRPr sz="2000"/>
            </a:lvl4pPr>
            <a:lvl5pPr>
              <a:defRPr sz="2000"/>
            </a:lvl5pPr>
          </a:lstStyle>
          <a:p>
            <a:pPr lvl="0"/>
            <a:r>
              <a:rPr lang="en-US" dirty="0"/>
              <a:t>date/month/year</a:t>
            </a:r>
            <a:endParaRPr lang="en-FI" dirty="0"/>
          </a:p>
        </p:txBody>
      </p:sp>
    </p:spTree>
    <p:extLst>
      <p:ext uri="{BB962C8B-B14F-4D97-AF65-F5344CB8AC3E}">
        <p14:creationId xmlns:p14="http://schemas.microsoft.com/office/powerpoint/2010/main" val="2916219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23561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8" r:id="rId18"/>
    <p:sldLayoutId id="2147483666" r:id="rId19"/>
    <p:sldLayoutId id="2147483668" r:id="rId20"/>
    <p:sldLayoutId id="2147483669" r:id="rId21"/>
    <p:sldLayoutId id="2147483671" r:id="rId22"/>
    <p:sldLayoutId id="2147483661" r:id="rId23"/>
    <p:sldLayoutId id="2147483699" r:id="rId24"/>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hf sldNum="0" hdr="0" ftr="0"/>
  <p:txStyles>
    <p:titleStyle>
      <a:lvl1pPr algn="l" defTabSz="736882" rtl="0" eaLnBrk="1" latinLnBrk="0" hangingPunct="1">
        <a:lnSpc>
          <a:spcPct val="90000"/>
        </a:lnSpc>
        <a:spcBef>
          <a:spcPct val="0"/>
        </a:spcBef>
        <a:buNone/>
        <a:defRPr sz="4388" b="1" kern="1200">
          <a:solidFill>
            <a:schemeClr val="tx1"/>
          </a:solidFill>
          <a:latin typeface="+mj-lt"/>
          <a:ea typeface="+mj-ea"/>
          <a:cs typeface="+mj-cs"/>
        </a:defRPr>
      </a:lvl1pPr>
    </p:titleStyle>
    <p:bodyStyle>
      <a:lvl1pPr marL="0" marR="0" indent="0" algn="l" defTabSz="736882" rtl="0" eaLnBrk="1" fontAlgn="auto" latinLnBrk="0" hangingPunct="1">
        <a:lnSpc>
          <a:spcPct val="100000"/>
        </a:lnSpc>
        <a:spcBef>
          <a:spcPts val="403"/>
        </a:spcBef>
        <a:spcAft>
          <a:spcPts val="0"/>
        </a:spcAft>
        <a:buClrTx/>
        <a:buSzPct val="100000"/>
        <a:buFontTx/>
        <a:buNone/>
        <a:tabLst/>
        <a:defRPr sz="813" b="0" kern="1200">
          <a:solidFill>
            <a:schemeClr val="tx1"/>
          </a:solidFill>
          <a:latin typeface="+mn-lt"/>
          <a:ea typeface="+mn-ea"/>
          <a:cs typeface="+mn-cs"/>
        </a:defRPr>
      </a:lvl1pPr>
      <a:lvl2pPr marL="0" indent="0" algn="l" defTabSz="363411" rtl="0" eaLnBrk="1" latinLnBrk="0" hangingPunct="1">
        <a:lnSpc>
          <a:spcPct val="100000"/>
        </a:lnSpc>
        <a:spcBef>
          <a:spcPts val="403"/>
        </a:spcBef>
        <a:buSzPct val="100000"/>
        <a:buFontTx/>
        <a:buNone/>
        <a:defRPr sz="2275" b="1" kern="1200" baseline="0">
          <a:solidFill>
            <a:schemeClr val="tx1"/>
          </a:solidFill>
          <a:latin typeface="+mj-lt"/>
          <a:ea typeface="Open Sans" panose="020B0606030504020204" pitchFamily="34" charset="0"/>
          <a:cs typeface="Open Sans" panose="020B0606030504020204" pitchFamily="34" charset="0"/>
        </a:defRPr>
      </a:lvl2pPr>
      <a:lvl3pPr marL="0" indent="0" algn="l" defTabSz="363411" rtl="0" eaLnBrk="1" latinLnBrk="0" hangingPunct="1">
        <a:lnSpc>
          <a:spcPct val="150000"/>
        </a:lnSpc>
        <a:spcBef>
          <a:spcPts val="403"/>
        </a:spcBef>
        <a:buSzPct val="100000"/>
        <a:buFontTx/>
        <a:buNone/>
        <a:defRPr sz="815" kern="1200" baseline="0">
          <a:solidFill>
            <a:schemeClr val="tx1">
              <a:lumMod val="95000"/>
              <a:lumOff val="5000"/>
            </a:schemeClr>
          </a:solidFill>
          <a:latin typeface="+mn-lt"/>
          <a:ea typeface="+mn-ea"/>
          <a:cs typeface="+mn-cs"/>
        </a:defRPr>
      </a:lvl3pPr>
      <a:lvl4pPr marL="0" indent="0" algn="l" defTabSz="736882" rtl="0" eaLnBrk="1" latinLnBrk="0" hangingPunct="1">
        <a:lnSpc>
          <a:spcPct val="100000"/>
        </a:lnSpc>
        <a:spcBef>
          <a:spcPts val="403"/>
        </a:spcBef>
        <a:buSzPct val="100000"/>
        <a:buFontTx/>
        <a:buNone/>
        <a:defRPr sz="1463" b="1" kern="1200">
          <a:solidFill>
            <a:schemeClr val="tx1"/>
          </a:solidFill>
          <a:latin typeface="+mj-lt"/>
          <a:ea typeface="Open Sans" panose="020B0606030504020204" pitchFamily="34" charset="0"/>
          <a:cs typeface="Open Sans" panose="020B0606030504020204" pitchFamily="34" charset="0"/>
        </a:defRPr>
      </a:lvl4pPr>
      <a:lvl5pPr marL="0" indent="0" algn="l" defTabSz="736882" rtl="0" eaLnBrk="1" latinLnBrk="0" hangingPunct="1">
        <a:lnSpc>
          <a:spcPct val="100000"/>
        </a:lnSpc>
        <a:spcBef>
          <a:spcPts val="403"/>
        </a:spcBef>
        <a:buSzPct val="100000"/>
        <a:buFontTx/>
        <a:buNone/>
        <a:defRPr sz="975" b="1" kern="1200" baseline="0">
          <a:solidFill>
            <a:schemeClr val="tx1"/>
          </a:solidFill>
          <a:latin typeface="+mj-lt"/>
          <a:ea typeface="Open Sans" panose="020B0606030504020204" pitchFamily="34" charset="0"/>
          <a:cs typeface="Open Sans" panose="020B0606030504020204" pitchFamily="34" charset="0"/>
        </a:defRPr>
      </a:lvl5pPr>
      <a:lvl6pPr marL="0" indent="0" algn="l" defTabSz="736882" rtl="0" eaLnBrk="1" latinLnBrk="0" hangingPunct="1">
        <a:lnSpc>
          <a:spcPct val="100000"/>
        </a:lnSpc>
        <a:spcBef>
          <a:spcPts val="403"/>
        </a:spcBef>
        <a:buFontTx/>
        <a:buNone/>
        <a:defRPr sz="731" b="0" kern="1200">
          <a:solidFill>
            <a:schemeClr val="tx1">
              <a:alpha val="70000"/>
            </a:schemeClr>
          </a:solidFill>
          <a:latin typeface="+mn-lt"/>
          <a:ea typeface="+mn-ea"/>
          <a:cs typeface="+mn-cs"/>
        </a:defRPr>
      </a:lvl6pPr>
      <a:lvl7pPr marL="0" indent="0" algn="l" defTabSz="736882" rtl="0" eaLnBrk="1" latinLnBrk="0" hangingPunct="1">
        <a:lnSpc>
          <a:spcPct val="100000"/>
        </a:lnSpc>
        <a:spcBef>
          <a:spcPts val="403"/>
        </a:spcBef>
        <a:buFontTx/>
        <a:buNone/>
        <a:defRPr sz="650" b="0" kern="1200" baseline="0">
          <a:solidFill>
            <a:schemeClr val="tx1">
              <a:alpha val="50000"/>
            </a:schemeClr>
          </a:solidFill>
          <a:latin typeface="+mn-lt"/>
          <a:ea typeface="+mn-ea"/>
          <a:cs typeface="+mn-cs"/>
        </a:defRPr>
      </a:lvl7pPr>
      <a:lvl8pPr marL="0" marR="0" indent="0" algn="l" defTabSz="736882" rtl="0" eaLnBrk="1" fontAlgn="auto" latinLnBrk="0" hangingPunct="1">
        <a:lnSpc>
          <a:spcPct val="90000"/>
        </a:lnSpc>
        <a:spcBef>
          <a:spcPts val="403"/>
        </a:spcBef>
        <a:spcAft>
          <a:spcPts val="0"/>
        </a:spcAft>
        <a:buClrTx/>
        <a:buSzTx/>
        <a:buFontTx/>
        <a:buNone/>
        <a:tabLst/>
        <a:defRPr sz="652" b="1" kern="1200">
          <a:solidFill>
            <a:schemeClr val="tx1">
              <a:lumMod val="75000"/>
              <a:lumOff val="25000"/>
            </a:schemeClr>
          </a:solidFill>
          <a:latin typeface="+mn-lt"/>
          <a:ea typeface="+mn-ea"/>
          <a:cs typeface="+mn-cs"/>
        </a:defRPr>
      </a:lvl8pPr>
      <a:lvl9pPr marL="145494" indent="0" algn="l" defTabSz="736882" rtl="0" eaLnBrk="1" latinLnBrk="0" hangingPunct="1">
        <a:lnSpc>
          <a:spcPct val="90000"/>
        </a:lnSpc>
        <a:spcBef>
          <a:spcPts val="403"/>
        </a:spcBef>
        <a:buFont typeface="Arial" panose="020B0604020202020204" pitchFamily="34" charset="0"/>
        <a:buNone/>
        <a:defRPr sz="1451" kern="1200">
          <a:solidFill>
            <a:schemeClr val="tx1"/>
          </a:solidFill>
          <a:latin typeface="+mn-lt"/>
          <a:ea typeface="+mn-ea"/>
          <a:cs typeface="+mn-cs"/>
        </a:defRPr>
      </a:lvl9pPr>
    </p:bodyStyle>
    <p:otherStyle>
      <a:defPPr>
        <a:defRPr lang="en-US"/>
      </a:defPPr>
      <a:lvl1pPr marL="0" algn="l" defTabSz="736882" rtl="0" eaLnBrk="1" latinLnBrk="0" hangingPunct="1">
        <a:defRPr sz="1451" kern="1200">
          <a:solidFill>
            <a:schemeClr val="tx1"/>
          </a:solidFill>
          <a:latin typeface="+mn-lt"/>
          <a:ea typeface="+mn-ea"/>
          <a:cs typeface="+mn-cs"/>
        </a:defRPr>
      </a:lvl1pPr>
      <a:lvl2pPr marL="368441" algn="l" defTabSz="736882" rtl="0" eaLnBrk="1" latinLnBrk="0" hangingPunct="1">
        <a:defRPr sz="1451" kern="1200">
          <a:solidFill>
            <a:schemeClr val="tx1"/>
          </a:solidFill>
          <a:latin typeface="+mn-lt"/>
          <a:ea typeface="+mn-ea"/>
          <a:cs typeface="+mn-cs"/>
        </a:defRPr>
      </a:lvl2pPr>
      <a:lvl3pPr marL="736882" algn="l" defTabSz="736882" rtl="0" eaLnBrk="1" latinLnBrk="0" hangingPunct="1">
        <a:defRPr sz="1451" kern="1200">
          <a:solidFill>
            <a:schemeClr val="tx1"/>
          </a:solidFill>
          <a:latin typeface="+mn-lt"/>
          <a:ea typeface="+mn-ea"/>
          <a:cs typeface="+mn-cs"/>
        </a:defRPr>
      </a:lvl3pPr>
      <a:lvl4pPr marL="1105323" algn="l" defTabSz="736882" rtl="0" eaLnBrk="1" latinLnBrk="0" hangingPunct="1">
        <a:defRPr sz="1451" kern="1200">
          <a:solidFill>
            <a:schemeClr val="tx1"/>
          </a:solidFill>
          <a:latin typeface="+mn-lt"/>
          <a:ea typeface="+mn-ea"/>
          <a:cs typeface="+mn-cs"/>
        </a:defRPr>
      </a:lvl4pPr>
      <a:lvl5pPr marL="1473765" algn="l" defTabSz="736882" rtl="0" eaLnBrk="1" latinLnBrk="0" hangingPunct="1">
        <a:defRPr sz="1451" kern="1200">
          <a:solidFill>
            <a:schemeClr val="tx1"/>
          </a:solidFill>
          <a:latin typeface="+mn-lt"/>
          <a:ea typeface="+mn-ea"/>
          <a:cs typeface="+mn-cs"/>
        </a:defRPr>
      </a:lvl5pPr>
      <a:lvl6pPr marL="1842205" algn="l" defTabSz="736882" rtl="0" eaLnBrk="1" latinLnBrk="0" hangingPunct="1">
        <a:defRPr sz="1451" kern="1200">
          <a:solidFill>
            <a:schemeClr val="tx1"/>
          </a:solidFill>
          <a:latin typeface="+mn-lt"/>
          <a:ea typeface="+mn-ea"/>
          <a:cs typeface="+mn-cs"/>
        </a:defRPr>
      </a:lvl6pPr>
      <a:lvl7pPr marL="2210647" algn="l" defTabSz="736882" rtl="0" eaLnBrk="1" latinLnBrk="0" hangingPunct="1">
        <a:defRPr sz="1451" kern="1200">
          <a:solidFill>
            <a:schemeClr val="tx1"/>
          </a:solidFill>
          <a:latin typeface="+mn-lt"/>
          <a:ea typeface="+mn-ea"/>
          <a:cs typeface="+mn-cs"/>
        </a:defRPr>
      </a:lvl7pPr>
      <a:lvl8pPr marL="2579088" algn="l" defTabSz="736882" rtl="0" eaLnBrk="1" latinLnBrk="0" hangingPunct="1">
        <a:defRPr sz="1451" kern="1200">
          <a:solidFill>
            <a:schemeClr val="tx1"/>
          </a:solidFill>
          <a:latin typeface="+mn-lt"/>
          <a:ea typeface="+mn-ea"/>
          <a:cs typeface="+mn-cs"/>
        </a:defRPr>
      </a:lvl8pPr>
      <a:lvl9pPr marL="2947529" algn="l" defTabSz="736882" rtl="0" eaLnBrk="1" latinLnBrk="0" hangingPunct="1">
        <a:defRPr sz="145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5rN7UkmEKdU" TargetMode="External"/><Relationship Id="rId2" Type="http://schemas.openxmlformats.org/officeDocument/2006/relationships/hyperlink" Target="https://www.youtube.com/" TargetMode="External"/><Relationship Id="rId1" Type="http://schemas.openxmlformats.org/officeDocument/2006/relationships/slideLayout" Target="../slideLayouts/slideLayout24.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DF35D-6C93-7A53-C0F3-BCED39BA568A}"/>
            </a:ext>
          </a:extLst>
        </p:cNvPr>
        <p:cNvGrpSpPr/>
        <p:nvPr/>
      </p:nvGrpSpPr>
      <p:grpSpPr>
        <a:xfrm>
          <a:off x="0" y="0"/>
          <a:ext cx="0" cy="0"/>
          <a:chOff x="0" y="0"/>
          <a:chExt cx="0" cy="0"/>
        </a:xfrm>
      </p:grpSpPr>
      <p:sp>
        <p:nvSpPr>
          <p:cNvPr id="43" name="Titre 42">
            <a:extLst>
              <a:ext uri="{FF2B5EF4-FFF2-40B4-BE49-F238E27FC236}">
                <a16:creationId xmlns:a16="http://schemas.microsoft.com/office/drawing/2014/main" id="{8E6D659E-18E2-3D5A-7342-B804A978DAC1}"/>
              </a:ext>
            </a:extLst>
          </p:cNvPr>
          <p:cNvSpPr>
            <a:spLocks noGrp="1"/>
          </p:cNvSpPr>
          <p:nvPr>
            <p:ph type="title"/>
          </p:nvPr>
        </p:nvSpPr>
        <p:spPr>
          <a:xfrm>
            <a:off x="280657" y="627088"/>
            <a:ext cx="10728960" cy="350000"/>
          </a:xfrm>
          <a:noFill/>
          <a:ln>
            <a:noFill/>
          </a:ln>
          <a:effectLst/>
        </p:spPr>
        <p:txBody>
          <a:bodyPr vert="horz" lIns="91440" tIns="45720" rIns="91440" bIns="45720" rtlCol="0" anchor="ctr">
            <a:normAutofit fontScale="90000"/>
          </a:bodyPr>
          <a:lstStyle/>
          <a:p>
            <a:r>
              <a:rPr lang="en-GB" sz="2000" b="1" dirty="0">
                <a:latin typeface="+mn-lt"/>
                <a:ea typeface="Meiryo UI" panose="020B0604030504040204" pitchFamily="50" charset="-128"/>
              </a:rPr>
              <a:t>Explained | The role of the wind tunnel in F1</a:t>
            </a:r>
            <a:endParaRPr lang="en-US" sz="2000" b="1" dirty="0">
              <a:latin typeface="+mn-lt"/>
              <a:ea typeface="Meiryo UI" panose="020B0604030504040204" pitchFamily="50" charset="-128"/>
            </a:endParaRPr>
          </a:p>
        </p:txBody>
      </p:sp>
      <p:sp>
        <p:nvSpPr>
          <p:cNvPr id="105" name="スライド番号プレースホルダー 5">
            <a:extLst>
              <a:ext uri="{FF2B5EF4-FFF2-40B4-BE49-F238E27FC236}">
                <a16:creationId xmlns:a16="http://schemas.microsoft.com/office/drawing/2014/main" id="{09C7E34E-D997-6964-2F9D-B4F1424C521A}"/>
              </a:ext>
            </a:extLst>
          </p:cNvPr>
          <p:cNvSpPr txBox="1">
            <a:spLocks/>
          </p:cNvSpPr>
          <p:nvPr/>
        </p:nvSpPr>
        <p:spPr>
          <a:xfrm>
            <a:off x="9448216" y="6598599"/>
            <a:ext cx="2743200" cy="249385"/>
          </a:xfrm>
          <a:prstGeom prst="rect">
            <a:avLst/>
          </a:prstGeom>
        </p:spPr>
        <p:txBody>
          <a:bodyPr/>
          <a:lstStyle>
            <a:defPPr>
              <a:defRPr lang="ja-JP"/>
            </a:defPPr>
            <a:lvl1pPr marL="0" algn="r" defTabSz="914400" rtl="0" eaLnBrk="1" latinLnBrk="0" hangingPunct="1">
              <a:defRPr kumimoji="1" sz="1200" kern="1200">
                <a:solidFill>
                  <a:schemeClr val="tx1"/>
                </a:solidFill>
                <a:latin typeface="+mj-lt"/>
                <a:ea typeface="Meiryo UI" panose="020B0604030504040204"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1B5E06C8-4CCE-445E-BB25-07CA23AD9097}" type="slidenum">
              <a:rPr lang="ja-JP" altLang="en-US" smtClean="0"/>
              <a:pPr/>
              <a:t>1</a:t>
            </a:fld>
            <a:endParaRPr lang="ja-JP" altLang="en-US"/>
          </a:p>
        </p:txBody>
      </p:sp>
      <p:sp>
        <p:nvSpPr>
          <p:cNvPr id="107" name="Rectangle 1">
            <a:extLst>
              <a:ext uri="{FF2B5EF4-FFF2-40B4-BE49-F238E27FC236}">
                <a16:creationId xmlns:a16="http://schemas.microsoft.com/office/drawing/2014/main" id="{341C5790-F56F-BD66-D47C-55B5E7FF47F4}"/>
              </a:ext>
            </a:extLst>
          </p:cNvPr>
          <p:cNvSpPr>
            <a:spLocks noChangeArrowheads="1"/>
          </p:cNvSpPr>
          <p:nvPr/>
        </p:nvSpPr>
        <p:spPr bwMode="auto">
          <a:xfrm>
            <a:off x="7832034" y="5946126"/>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Arial" panose="020B0604020202020204" pitchFamily="34" charset="0"/>
                <a:ea typeface="var(--fontFamilyBase)"/>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 name="Rectangle 2">
            <a:extLst>
              <a:ext uri="{FF2B5EF4-FFF2-40B4-BE49-F238E27FC236}">
                <a16:creationId xmlns:a16="http://schemas.microsoft.com/office/drawing/2014/main" id="{6FEA7C6E-34DE-E587-74DD-FC45CB6159A2}"/>
              </a:ext>
            </a:extLst>
          </p:cNvPr>
          <p:cNvSpPr>
            <a:spLocks noChangeArrowheads="1"/>
          </p:cNvSpPr>
          <p:nvPr/>
        </p:nvSpPr>
        <p:spPr bwMode="auto">
          <a:xfrm>
            <a:off x="0" y="0"/>
            <a:ext cx="10271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FFFFFF"/>
                </a:solidFill>
                <a:effectLst/>
                <a:latin typeface="Arial" panose="020B0604020202020204" pitchFamily="34" charset="0"/>
                <a:ea typeface="-apple-system"/>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778F93DE-BE16-EC28-B975-8BE4F69C540B}"/>
              </a:ext>
            </a:extLst>
          </p:cNvPr>
          <p:cNvSpPr/>
          <p:nvPr/>
        </p:nvSpPr>
        <p:spPr>
          <a:xfrm>
            <a:off x="390180" y="260059"/>
            <a:ext cx="2012011" cy="29596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FF0000"/>
                </a:solidFill>
              </a:rPr>
              <a:t>TESTING &amp; SIMULATION</a:t>
            </a:r>
          </a:p>
        </p:txBody>
      </p:sp>
      <p:sp>
        <p:nvSpPr>
          <p:cNvPr id="8" name="Rectangle 7">
            <a:extLst>
              <a:ext uri="{FF2B5EF4-FFF2-40B4-BE49-F238E27FC236}">
                <a16:creationId xmlns:a16="http://schemas.microsoft.com/office/drawing/2014/main" id="{AD48A0EC-74CE-3540-75F7-5FDCDC526BA0}"/>
              </a:ext>
            </a:extLst>
          </p:cNvPr>
          <p:cNvSpPr/>
          <p:nvPr/>
        </p:nvSpPr>
        <p:spPr>
          <a:xfrm>
            <a:off x="4846320" y="1280160"/>
            <a:ext cx="1542904" cy="2168391"/>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SUMMARY</a:t>
            </a:r>
            <a:br>
              <a:rPr lang="en-GB" sz="1400" b="1" dirty="0">
                <a:solidFill>
                  <a:srgbClr val="FF0000"/>
                </a:solidFill>
              </a:rPr>
            </a:br>
            <a:r>
              <a:rPr lang="en-GB" sz="1400" b="1" dirty="0">
                <a:solidFill>
                  <a:srgbClr val="FF0000"/>
                </a:solidFill>
              </a:rPr>
              <a:t>&amp;</a:t>
            </a:r>
          </a:p>
          <a:p>
            <a:pPr algn="ctr"/>
            <a:r>
              <a:rPr lang="en-GB" sz="1400" b="1" dirty="0">
                <a:solidFill>
                  <a:srgbClr val="FF0000"/>
                </a:solidFill>
              </a:rPr>
              <a:t>RELEVANT </a:t>
            </a:r>
            <a:br>
              <a:rPr lang="en-GB" sz="1400" b="1" dirty="0">
                <a:solidFill>
                  <a:srgbClr val="FF0000"/>
                </a:solidFill>
              </a:rPr>
            </a:br>
            <a:r>
              <a:rPr lang="en-GB" sz="1400" b="1" dirty="0">
                <a:solidFill>
                  <a:srgbClr val="FF0000"/>
                </a:solidFill>
              </a:rPr>
              <a:t>INFORMATION</a:t>
            </a:r>
          </a:p>
        </p:txBody>
      </p:sp>
      <p:sp>
        <p:nvSpPr>
          <p:cNvPr id="9" name="Rectangle 8">
            <a:extLst>
              <a:ext uri="{FF2B5EF4-FFF2-40B4-BE49-F238E27FC236}">
                <a16:creationId xmlns:a16="http://schemas.microsoft.com/office/drawing/2014/main" id="{C3D20E17-256B-4082-7BAB-42B3CC873679}"/>
              </a:ext>
            </a:extLst>
          </p:cNvPr>
          <p:cNvSpPr/>
          <p:nvPr/>
        </p:nvSpPr>
        <p:spPr>
          <a:xfrm>
            <a:off x="4846319" y="3613143"/>
            <a:ext cx="1542905" cy="2168391"/>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IMPLICATIONS</a:t>
            </a:r>
          </a:p>
        </p:txBody>
      </p:sp>
      <p:sp>
        <p:nvSpPr>
          <p:cNvPr id="10" name="Rectangle 9">
            <a:extLst>
              <a:ext uri="{FF2B5EF4-FFF2-40B4-BE49-F238E27FC236}">
                <a16:creationId xmlns:a16="http://schemas.microsoft.com/office/drawing/2014/main" id="{6D346B95-3C36-717D-2760-7C066CDBA825}"/>
              </a:ext>
            </a:extLst>
          </p:cNvPr>
          <p:cNvSpPr/>
          <p:nvPr/>
        </p:nvSpPr>
        <p:spPr>
          <a:xfrm>
            <a:off x="4846320" y="5946126"/>
            <a:ext cx="1371600" cy="4572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CREDIBILITY</a:t>
            </a:r>
          </a:p>
        </p:txBody>
      </p:sp>
      <p:sp>
        <p:nvSpPr>
          <p:cNvPr id="11" name="Star: 5 Points 10">
            <a:extLst>
              <a:ext uri="{FF2B5EF4-FFF2-40B4-BE49-F238E27FC236}">
                <a16:creationId xmlns:a16="http://schemas.microsoft.com/office/drawing/2014/main" id="{F5715F23-F963-4E14-D0E8-ABE28CAF4C7D}"/>
              </a:ext>
            </a:extLst>
          </p:cNvPr>
          <p:cNvSpPr/>
          <p:nvPr/>
        </p:nvSpPr>
        <p:spPr>
          <a:xfrm>
            <a:off x="6492240"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tar: 5 Points 11">
            <a:extLst>
              <a:ext uri="{FF2B5EF4-FFF2-40B4-BE49-F238E27FC236}">
                <a16:creationId xmlns:a16="http://schemas.microsoft.com/office/drawing/2014/main" id="{990A6B04-285D-8B04-F4E0-71C1CC2EE59D}"/>
              </a:ext>
            </a:extLst>
          </p:cNvPr>
          <p:cNvSpPr/>
          <p:nvPr/>
        </p:nvSpPr>
        <p:spPr>
          <a:xfrm>
            <a:off x="6877878"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tar: 5 Points 12">
            <a:extLst>
              <a:ext uri="{FF2B5EF4-FFF2-40B4-BE49-F238E27FC236}">
                <a16:creationId xmlns:a16="http://schemas.microsoft.com/office/drawing/2014/main" id="{2D00A79D-852A-B4D4-6285-76F1EE324FD3}"/>
              </a:ext>
            </a:extLst>
          </p:cNvPr>
          <p:cNvSpPr/>
          <p:nvPr/>
        </p:nvSpPr>
        <p:spPr>
          <a:xfrm>
            <a:off x="7263516"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C16A441-4B9A-3277-8797-C1ED1A254A52}"/>
              </a:ext>
            </a:extLst>
          </p:cNvPr>
          <p:cNvSpPr/>
          <p:nvPr/>
        </p:nvSpPr>
        <p:spPr>
          <a:xfrm>
            <a:off x="6628073" y="1266363"/>
            <a:ext cx="5107887" cy="21683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bIns="91440" rtlCol="0" anchor="t" anchorCtr="0">
            <a:normAutofit lnSpcReduction="10000"/>
          </a:bodyPr>
          <a:lstStyle/>
          <a:p>
            <a:pPr>
              <a:spcBef>
                <a:spcPts val="400"/>
              </a:spcBef>
            </a:pPr>
            <a:r>
              <a:rPr lang="en-US" sz="1200" dirty="0">
                <a:solidFill>
                  <a:schemeClr val="tx1"/>
                </a:solidFill>
              </a:rPr>
              <a:t>The article titled "Explained | The role of the wind tunnel in F1" from the Aston Martin Aramco Formula One™ Team on YouTube likely delves into the critical function of wind tunnels in the development and performance optimization of Formula 1 cars. Given the snippet, it emphasizes the importance of wind tunnels as a vital tool for F1 teams, especially in the context of restricted track testing opportunities, which are limited to a few days each year. The content probably explores how wind tunnels are used to simulate and analyze aerodynamic properties, allowing teams to refine car designs and improve efficiency and speed. It may also discuss the technological innovations and methodologies employed within these facilities to gain competitive advantages. </a:t>
            </a:r>
          </a:p>
          <a:p>
            <a:pPr>
              <a:spcBef>
                <a:spcPts val="400"/>
              </a:spcBef>
            </a:pPr>
            <a:endParaRPr lang="en-US" sz="1200" dirty="0">
              <a:solidFill>
                <a:schemeClr val="tx1"/>
              </a:solidFill>
            </a:endParaRPr>
          </a:p>
        </p:txBody>
      </p:sp>
      <p:sp>
        <p:nvSpPr>
          <p:cNvPr id="15" name="ZoneTexte 4">
            <a:extLst>
              <a:ext uri="{FF2B5EF4-FFF2-40B4-BE49-F238E27FC236}">
                <a16:creationId xmlns:a16="http://schemas.microsoft.com/office/drawing/2014/main" id="{55A9F44B-2046-F475-8E63-A2531A7735A2}"/>
              </a:ext>
            </a:extLst>
          </p:cNvPr>
          <p:cNvSpPr txBox="1"/>
          <p:nvPr/>
        </p:nvSpPr>
        <p:spPr>
          <a:xfrm>
            <a:off x="731520" y="6532298"/>
            <a:ext cx="10728960" cy="400110"/>
          </a:xfrm>
          <a:prstGeom prst="rect">
            <a:avLst/>
          </a:prstGeom>
          <a:noFill/>
        </p:spPr>
        <p:txBody>
          <a:bodyPr wrap="square">
            <a:spAutoFit/>
          </a:bodyPr>
          <a:lstStyle>
            <a:defPPr>
              <a:defRPr lang="ru-RU"/>
            </a:defPPr>
            <a:lvl1pPr>
              <a:defRPr sz="1000">
                <a:latin typeface="+mj-lt"/>
              </a:defRPr>
            </a:lvl1pPr>
          </a:lstStyle>
          <a:p>
            <a:r>
              <a:rPr lang="fr-FR" dirty="0"/>
              <a:t>Source: </a:t>
            </a:r>
            <a:r>
              <a:rPr lang="fr-FR" dirty="0">
                <a:hlinkClick r:id="rId2"/>
              </a:rPr>
              <a:t>https://www.youtube.com/</a:t>
            </a:r>
            <a:r>
              <a:rPr lang="fr-FR" dirty="0"/>
              <a:t> Date: </a:t>
            </a:r>
            <a:r>
              <a:rPr lang="en-US" dirty="0"/>
              <a:t>18/03/2026</a:t>
            </a:r>
          </a:p>
          <a:p>
            <a:endParaRPr lang="fr-FR" dirty="0">
              <a:hlinkClick r:id="rId3"/>
            </a:endParaRPr>
          </a:p>
        </p:txBody>
      </p:sp>
      <p:sp>
        <p:nvSpPr>
          <p:cNvPr id="17" name="Rectangle 16">
            <a:extLst>
              <a:ext uri="{FF2B5EF4-FFF2-40B4-BE49-F238E27FC236}">
                <a16:creationId xmlns:a16="http://schemas.microsoft.com/office/drawing/2014/main" id="{491AEC80-664C-8D44-0869-86FFAA93369D}"/>
              </a:ext>
            </a:extLst>
          </p:cNvPr>
          <p:cNvSpPr/>
          <p:nvPr/>
        </p:nvSpPr>
        <p:spPr>
          <a:xfrm>
            <a:off x="6628074" y="3601377"/>
            <a:ext cx="5107886" cy="21683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tIns="91440" rIns="137160" bIns="91440" rtlCol="0" anchor="t" anchorCtr="0">
            <a:normAutofit/>
          </a:bodyPr>
          <a:lstStyle/>
          <a:p>
            <a:pPr>
              <a:spcBef>
                <a:spcPts val="400"/>
              </a:spcBef>
            </a:pPr>
            <a:r>
              <a:rPr lang="en-GB" altLang="ja-JP" sz="1200" dirty="0">
                <a:solidFill>
                  <a:schemeClr val="tx1"/>
                </a:solidFill>
              </a:rPr>
              <a:t>Placeholder text</a:t>
            </a:r>
          </a:p>
          <a:p>
            <a:pPr>
              <a:spcBef>
                <a:spcPts val="400"/>
              </a:spcBef>
            </a:pPr>
            <a:endParaRPr lang="en-GB" altLang="ja-JP" sz="1200" dirty="0">
              <a:solidFill>
                <a:schemeClr val="tx1"/>
              </a:solidFill>
            </a:endParaRPr>
          </a:p>
        </p:txBody>
      </p:sp>
      <p:sp>
        <p:nvSpPr>
          <p:cNvPr id="23" name="Star: 5 Points 22">
            <a:extLst>
              <a:ext uri="{FF2B5EF4-FFF2-40B4-BE49-F238E27FC236}">
                <a16:creationId xmlns:a16="http://schemas.microsoft.com/office/drawing/2014/main" id="{0AA8F327-620E-5B33-507C-59D86452F855}"/>
              </a:ext>
            </a:extLst>
          </p:cNvPr>
          <p:cNvSpPr/>
          <p:nvPr/>
        </p:nvSpPr>
        <p:spPr>
          <a:xfrm>
            <a:off x="9340794"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Star: 5 Points 24">
            <a:extLst>
              <a:ext uri="{FF2B5EF4-FFF2-40B4-BE49-F238E27FC236}">
                <a16:creationId xmlns:a16="http://schemas.microsoft.com/office/drawing/2014/main" id="{69E175BA-B5E9-11FB-98D0-E3B9858131CD}"/>
              </a:ext>
            </a:extLst>
          </p:cNvPr>
          <p:cNvSpPr/>
          <p:nvPr/>
        </p:nvSpPr>
        <p:spPr>
          <a:xfrm>
            <a:off x="9726432"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Star: 5 Points 25">
            <a:extLst>
              <a:ext uri="{FF2B5EF4-FFF2-40B4-BE49-F238E27FC236}">
                <a16:creationId xmlns:a16="http://schemas.microsoft.com/office/drawing/2014/main" id="{B2770943-9DD7-926C-6ABD-ED3E2D1C620A}"/>
              </a:ext>
            </a:extLst>
          </p:cNvPr>
          <p:cNvSpPr/>
          <p:nvPr/>
        </p:nvSpPr>
        <p:spPr>
          <a:xfrm>
            <a:off x="10112070" y="6027627"/>
            <a:ext cx="294198" cy="294198"/>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Rectangle 109">
            <a:extLst>
              <a:ext uri="{FF2B5EF4-FFF2-40B4-BE49-F238E27FC236}">
                <a16:creationId xmlns:a16="http://schemas.microsoft.com/office/drawing/2014/main" id="{4F1CB5D0-4A21-35BA-E4C4-4D00B379E2FA}"/>
              </a:ext>
            </a:extLst>
          </p:cNvPr>
          <p:cNvSpPr/>
          <p:nvPr/>
        </p:nvSpPr>
        <p:spPr>
          <a:xfrm>
            <a:off x="4846320" y="3539991"/>
            <a:ext cx="661416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2" name="Picture 111" descr="main.png">
            <a:extLst>
              <a:ext uri="{FF2B5EF4-FFF2-40B4-BE49-F238E27FC236}">
                <a16:creationId xmlns:a16="http://schemas.microsoft.com/office/drawing/2014/main" id="{D93B911D-2C79-9B9A-9C90-62A76E760A45}"/>
              </a:ext>
            </a:extLst>
          </p:cNvPr>
          <p:cNvPicPr>
            <a:picLocks noChangeAspect="1"/>
          </p:cNvPicPr>
          <p:nvPr/>
        </p:nvPicPr>
        <p:blipFill>
          <a:blip r:embed="rId4"/>
          <a:stretch>
            <a:fillRect/>
          </a:stretch>
        </p:blipFill>
        <p:spPr>
          <a:xfrm>
            <a:off x="781696" y="1389079"/>
            <a:ext cx="3240989" cy="4501374"/>
          </a:xfrm>
          <a:prstGeom prst="rect">
            <a:avLst/>
          </a:prstGeom>
        </p:spPr>
      </p:pic>
      <p:sp>
        <p:nvSpPr>
          <p:cNvPr id="4" name="Rectangle 3">
            <a:extLst>
              <a:ext uri="{FF2B5EF4-FFF2-40B4-BE49-F238E27FC236}">
                <a16:creationId xmlns:a16="http://schemas.microsoft.com/office/drawing/2014/main" id="{E3A00D3A-AC3B-048E-FE98-1DA32431AA11}"/>
              </a:ext>
            </a:extLst>
          </p:cNvPr>
          <p:cNvSpPr/>
          <p:nvPr/>
        </p:nvSpPr>
        <p:spPr>
          <a:xfrm>
            <a:off x="7740594" y="5939971"/>
            <a:ext cx="1371600" cy="45720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RELEVANCE</a:t>
            </a:r>
          </a:p>
        </p:txBody>
      </p:sp>
    </p:spTree>
    <p:extLst>
      <p:ext uri="{BB962C8B-B14F-4D97-AF65-F5344CB8AC3E}">
        <p14:creationId xmlns:p14="http://schemas.microsoft.com/office/powerpoint/2010/main" val="985086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hikohin">
  <a:themeElements>
    <a:clrScheme name="ALTEZZA_Red">
      <a:dk1>
        <a:srgbClr val="000000"/>
      </a:dk1>
      <a:lt1>
        <a:srgbClr val="FFFFFF"/>
      </a:lt1>
      <a:dk2>
        <a:srgbClr val="7A5B58"/>
      </a:dk2>
      <a:lt2>
        <a:srgbClr val="E7E6E6"/>
      </a:lt2>
      <a:accent1>
        <a:srgbClr val="FE341B"/>
      </a:accent1>
      <a:accent2>
        <a:srgbClr val="FED6D1"/>
      </a:accent2>
      <a:accent3>
        <a:srgbClr val="FEADA3"/>
      </a:accent3>
      <a:accent4>
        <a:srgbClr val="FE8576"/>
      </a:accent4>
      <a:accent5>
        <a:srgbClr val="D11700"/>
      </a:accent5>
      <a:accent6>
        <a:srgbClr val="8B0F00"/>
      </a:accent6>
      <a:hlink>
        <a:srgbClr val="48A1FA"/>
      </a:hlink>
      <a:folHlink>
        <a:srgbClr val="C490AA"/>
      </a:folHlink>
    </a:clrScheme>
    <a:fontScheme name="Montserrat_Roboto">
      <a:majorFont>
        <a:latin typeface="Montserrat"/>
        <a:ea typeface=""/>
        <a:cs typeface=""/>
      </a:majorFont>
      <a:minorFont>
        <a:latin typeface="Roboto"/>
        <a:ea typeface=""/>
        <a:cs typeface=""/>
      </a:minorFont>
    </a:fontScheme>
    <a:fmtScheme name="Дымчатое стекло">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olidFill>
        </a:ln>
      </a:spPr>
      <a:bodyPr wrap="square" lIns="90000" rtlCol="0" anchor="t">
        <a:noAutofit/>
      </a:bodyPr>
      <a:lstStyle>
        <a:defPPr marL="171450" indent="-171450" algn="l">
          <a:spcBef>
            <a:spcPts val="600"/>
          </a:spcBef>
          <a:buFont typeface="Arial" panose="020B0604020202020204" pitchFamily="34" charset="0"/>
          <a:buChar char="•"/>
          <a:defRPr sz="1200" b="1" dirty="0" smtClean="0">
            <a:latin typeface="Calibri" panose="020F0502020204030204" pitchFamily="34" charset="0"/>
            <a:cs typeface="Calibri" panose="020F0502020204030204" pitchFamily="34" charset="0"/>
          </a:defRPr>
        </a:defPPr>
      </a:lstStyle>
    </a:spDef>
    <a:txDef>
      <a:spPr/>
      <a:bodyPr wrap="none" lIns="0" tIns="0" rIns="0" bIns="0" rtlCol="0" anchor="ctr" anchorCtr="0">
        <a:noAutofit/>
      </a:bodyPr>
      <a:lstStyle>
        <a:defPPr algn="l">
          <a:defRPr sz="1400" b="1" dirty="0" smtClean="0">
            <a:solidFill>
              <a:schemeClr val="tx1">
                <a:lumMod val="75000"/>
                <a:lumOff val="25000"/>
                <a:alpha val="80000"/>
              </a:schemeClr>
            </a:solidFill>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article_20260315_130824_Aerodynamics_in_F1__RacingNews365" id="{BB1FA9D2-50D0-D645-AAFF-7AD34554E4C7}" vid="{EB401A0F-BE2A-194A-A877-CB3E58A37B7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69939</TotalTime>
  <Words>171</Words>
  <Application>Microsoft Macintosh PowerPoint</Application>
  <PresentationFormat>Widescreen</PresentationFormat>
  <Paragraphs>13</Paragraphs>
  <Slides>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1</vt:i4>
      </vt:variant>
    </vt:vector>
  </HeadingPairs>
  <TitlesOfParts>
    <vt:vector size="10" baseType="lpstr">
      <vt:lpstr>Arial</vt:lpstr>
      <vt:lpstr>Brown</vt:lpstr>
      <vt:lpstr>Calibri</vt:lpstr>
      <vt:lpstr>Montserrat</vt:lpstr>
      <vt:lpstr>Montserrat SemiBold</vt:lpstr>
      <vt:lpstr>Verdana</vt:lpstr>
      <vt:lpstr>Shikohin</vt:lpstr>
      <vt:lpstr>think-cell Slide</vt:lpstr>
      <vt:lpstr>TCLayout.ActiveDocument.1</vt:lpstr>
      <vt:lpstr>Explained | The role of the wind tunnel in F1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Bizen, Hitoshi/備前 仁志</dc:creator>
  <cp:lastModifiedBy>Mridul Malani</cp:lastModifiedBy>
  <cp:revision>501</cp:revision>
  <cp:lastPrinted>2025-01-24T08:10:51Z</cp:lastPrinted>
  <dcterms:created xsi:type="dcterms:W3CDTF">2023-03-14T03:42:44Z</dcterms:created>
  <dcterms:modified xsi:type="dcterms:W3CDTF">2026-03-18T14:22:37Z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2023-08-18T14:18:46Z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84ac0187-421a-4052-afee-07cb794520c9</vt:lpwstr>
  </property>
  <property fmtid="{D5CDD505-2E9C-101B-9397-08002B2CF9AE}" pid="7" name="MSIP_Label_defa4170-0d19-0005-0004-bc88714345d2_ActionId">
    <vt:lpwstr>8fa32972-5895-4430-bb92-fecdbf1520a0</vt:lpwstr>
  </property>
  <property fmtid="{D5CDD505-2E9C-101B-9397-08002B2CF9AE}" pid="8" name="MSIP_Label_defa4170-0d19-0005-0004-bc88714345d2_ContentBits">
    <vt:lpwstr>0</vt:lpwstr>
  </property>
</Properties>
</file>